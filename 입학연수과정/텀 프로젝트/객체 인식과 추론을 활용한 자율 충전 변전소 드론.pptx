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9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737373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737373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24755" y="407620"/>
            <a:ext cx="17639030" cy="9472295"/>
          </a:xfrm>
          <a:custGeom>
            <a:avLst/>
            <a:gdLst/>
            <a:ahLst/>
            <a:cxnLst/>
            <a:rect l="l" t="t" r="r" b="b"/>
            <a:pathLst>
              <a:path w="17639030" h="9472295">
                <a:moveTo>
                  <a:pt x="17305120" y="9471769"/>
                </a:moveTo>
                <a:lnTo>
                  <a:pt x="333374" y="9471769"/>
                </a:lnTo>
                <a:lnTo>
                  <a:pt x="284111" y="9468154"/>
                </a:lnTo>
                <a:lnTo>
                  <a:pt x="237092" y="9457654"/>
                </a:lnTo>
                <a:lnTo>
                  <a:pt x="192832" y="9440783"/>
                </a:lnTo>
                <a:lnTo>
                  <a:pt x="151849" y="9418059"/>
                </a:lnTo>
                <a:lnTo>
                  <a:pt x="114656" y="9389995"/>
                </a:lnTo>
                <a:lnTo>
                  <a:pt x="81771" y="9357109"/>
                </a:lnTo>
                <a:lnTo>
                  <a:pt x="53708" y="9319915"/>
                </a:lnTo>
                <a:lnTo>
                  <a:pt x="30984" y="9278929"/>
                </a:lnTo>
                <a:lnTo>
                  <a:pt x="14114" y="9234667"/>
                </a:lnTo>
                <a:lnTo>
                  <a:pt x="3614" y="9187645"/>
                </a:lnTo>
                <a:lnTo>
                  <a:pt x="0" y="9138379"/>
                </a:lnTo>
                <a:lnTo>
                  <a:pt x="0" y="333374"/>
                </a:lnTo>
                <a:lnTo>
                  <a:pt x="3614" y="284111"/>
                </a:lnTo>
                <a:lnTo>
                  <a:pt x="14114" y="237092"/>
                </a:lnTo>
                <a:lnTo>
                  <a:pt x="30984" y="192832"/>
                </a:lnTo>
                <a:lnTo>
                  <a:pt x="53708" y="151849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9" y="53708"/>
                </a:lnTo>
                <a:lnTo>
                  <a:pt x="192832" y="30984"/>
                </a:lnTo>
                <a:lnTo>
                  <a:pt x="237092" y="14114"/>
                </a:lnTo>
                <a:lnTo>
                  <a:pt x="284111" y="3614"/>
                </a:lnTo>
                <a:lnTo>
                  <a:pt x="333374" y="0"/>
                </a:lnTo>
                <a:lnTo>
                  <a:pt x="17305120" y="0"/>
                </a:lnTo>
                <a:lnTo>
                  <a:pt x="17354379" y="3614"/>
                </a:lnTo>
                <a:lnTo>
                  <a:pt x="17401394" y="14114"/>
                </a:lnTo>
                <a:lnTo>
                  <a:pt x="17445651" y="30984"/>
                </a:lnTo>
                <a:lnTo>
                  <a:pt x="17486633" y="53708"/>
                </a:lnTo>
                <a:lnTo>
                  <a:pt x="17523824" y="81771"/>
                </a:lnTo>
                <a:lnTo>
                  <a:pt x="17556708" y="114656"/>
                </a:lnTo>
                <a:lnTo>
                  <a:pt x="17584770" y="151849"/>
                </a:lnTo>
                <a:lnTo>
                  <a:pt x="17607494" y="192832"/>
                </a:lnTo>
                <a:lnTo>
                  <a:pt x="17624364" y="237092"/>
                </a:lnTo>
                <a:lnTo>
                  <a:pt x="17634865" y="284111"/>
                </a:lnTo>
                <a:lnTo>
                  <a:pt x="17638479" y="333374"/>
                </a:lnTo>
                <a:lnTo>
                  <a:pt x="17638479" y="9138379"/>
                </a:lnTo>
                <a:lnTo>
                  <a:pt x="17634865" y="9187645"/>
                </a:lnTo>
                <a:lnTo>
                  <a:pt x="17624364" y="9234667"/>
                </a:lnTo>
                <a:lnTo>
                  <a:pt x="17607494" y="9278929"/>
                </a:lnTo>
                <a:lnTo>
                  <a:pt x="17584770" y="9319915"/>
                </a:lnTo>
                <a:lnTo>
                  <a:pt x="17556708" y="9357109"/>
                </a:lnTo>
                <a:lnTo>
                  <a:pt x="17523824" y="9389995"/>
                </a:lnTo>
                <a:lnTo>
                  <a:pt x="17486633" y="9418059"/>
                </a:lnTo>
                <a:lnTo>
                  <a:pt x="17445651" y="9440783"/>
                </a:lnTo>
                <a:lnTo>
                  <a:pt x="17401394" y="9457654"/>
                </a:lnTo>
                <a:lnTo>
                  <a:pt x="17354379" y="9468154"/>
                </a:lnTo>
                <a:lnTo>
                  <a:pt x="17305120" y="94717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81976" y="1017020"/>
            <a:ext cx="2619375" cy="977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49368" y="2307661"/>
            <a:ext cx="10911205" cy="645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737373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3D032-E458-F6A8-9ADF-AB36F7D36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923330"/>
          </a:xfrm>
        </p:spPr>
        <p:txBody>
          <a:bodyPr/>
          <a:lstStyle/>
          <a:p>
            <a:pPr algn="ctr"/>
            <a:r>
              <a:rPr lang="ko-KR" altLang="en-US" sz="6000" dirty="0">
                <a:solidFill>
                  <a:srgbClr val="002060"/>
                </a:solidFill>
                <a:latin typeface="+mj-ea"/>
              </a:rPr>
              <a:t>객체 인식과 추론을 활용한 자율 충전 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897EAD-CE31-F569-48E5-E5306D603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5143500"/>
            <a:ext cx="6629400" cy="3664352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7804FA2F-22E7-6A38-96E1-A4B9B0A420D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590800" y="4166235"/>
            <a:ext cx="12801600" cy="923330"/>
          </a:xfrm>
        </p:spPr>
        <p:txBody>
          <a:bodyPr/>
          <a:lstStyle/>
          <a:p>
            <a:pPr algn="r"/>
            <a:r>
              <a:rPr lang="ko-KR" altLang="en-US" sz="6000" dirty="0">
                <a:solidFill>
                  <a:srgbClr val="002060"/>
                </a:solidFill>
                <a:latin typeface="+mj-ea"/>
                <a:ea typeface="+mj-ea"/>
              </a:rPr>
              <a:t>변전소 경비 </a:t>
            </a:r>
            <a:r>
              <a:rPr lang="ko-KR" altLang="en-US" sz="6000" dirty="0" err="1">
                <a:solidFill>
                  <a:srgbClr val="002060"/>
                </a:solidFill>
                <a:latin typeface="+mj-ea"/>
                <a:ea typeface="+mj-ea"/>
              </a:rPr>
              <a:t>드론</a:t>
            </a:r>
            <a:endParaRPr lang="ko-KR" altLang="en-US" sz="6000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EFB06D8-BD28-3797-D190-A77B633F7971}"/>
              </a:ext>
            </a:extLst>
          </p:cNvPr>
          <p:cNvSpPr txBox="1">
            <a:spLocks/>
          </p:cNvSpPr>
          <p:nvPr/>
        </p:nvSpPr>
        <p:spPr>
          <a:xfrm>
            <a:off x="5029200" y="7581900"/>
            <a:ext cx="12801600" cy="19389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150" b="0" i="0">
                <a:solidFill>
                  <a:srgbClr val="737373"/>
                </a:solidFill>
                <a:latin typeface="Malgun Gothic"/>
                <a:ea typeface="+mn-ea"/>
                <a:cs typeface="Malgun Gothic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 err="1">
                <a:solidFill>
                  <a:srgbClr val="002060"/>
                </a:solidFill>
                <a:latin typeface="+mn-ea"/>
              </a:rPr>
              <a:t>텀</a:t>
            </a:r>
            <a:r>
              <a:rPr lang="ko-KR" altLang="en-US" sz="1800" dirty="0">
                <a:solidFill>
                  <a:srgbClr val="002060"/>
                </a:solidFill>
                <a:latin typeface="+mn-ea"/>
              </a:rPr>
              <a:t> 프로젝트 </a:t>
            </a:r>
            <a:r>
              <a:rPr lang="en-US" altLang="ko-KR" sz="1800" dirty="0">
                <a:solidFill>
                  <a:srgbClr val="002060"/>
                </a:solidFill>
                <a:latin typeface="+mn-ea"/>
              </a:rPr>
              <a:t>1</a:t>
            </a:r>
            <a:r>
              <a:rPr lang="ko-KR" altLang="en-US" sz="1800" dirty="0">
                <a:solidFill>
                  <a:srgbClr val="002060"/>
                </a:solidFill>
                <a:latin typeface="+mn-ea"/>
              </a:rPr>
              <a:t>조</a:t>
            </a:r>
            <a:endParaRPr lang="en-US" altLang="ko-KR" sz="1800" dirty="0">
              <a:solidFill>
                <a:srgbClr val="002060"/>
              </a:solidFill>
              <a:latin typeface="+mn-ea"/>
            </a:endParaRPr>
          </a:p>
          <a:p>
            <a:pPr algn="r"/>
            <a:endParaRPr lang="en-US" altLang="ko-KR" sz="1800" dirty="0">
              <a:solidFill>
                <a:srgbClr val="002060"/>
              </a:solidFill>
              <a:latin typeface="+mn-ea"/>
            </a:endParaRPr>
          </a:p>
          <a:p>
            <a:pPr algn="r"/>
            <a:r>
              <a:rPr lang="ko-KR" altLang="en-US" sz="1800" dirty="0">
                <a:solidFill>
                  <a:srgbClr val="002060"/>
                </a:solidFill>
                <a:latin typeface="+mn-ea"/>
              </a:rPr>
              <a:t>나상화</a:t>
            </a:r>
            <a:endParaRPr lang="en-US" altLang="ko-KR" sz="1800" dirty="0">
              <a:solidFill>
                <a:srgbClr val="002060"/>
              </a:solidFill>
              <a:latin typeface="+mn-ea"/>
            </a:endParaRPr>
          </a:p>
          <a:p>
            <a:pPr algn="r"/>
            <a:r>
              <a:rPr lang="ko-KR" altLang="en-US" sz="1800" dirty="0">
                <a:solidFill>
                  <a:srgbClr val="002060"/>
                </a:solidFill>
                <a:latin typeface="+mn-ea"/>
              </a:rPr>
              <a:t>멤버</a:t>
            </a:r>
            <a:r>
              <a:rPr lang="en-US" altLang="ko-KR" sz="1800" dirty="0">
                <a:solidFill>
                  <a:srgbClr val="002060"/>
                </a:solidFill>
                <a:latin typeface="+mn-ea"/>
              </a:rPr>
              <a:t>2</a:t>
            </a:r>
          </a:p>
          <a:p>
            <a:pPr algn="r"/>
            <a:r>
              <a:rPr lang="ko-KR" altLang="en-US" sz="1800" dirty="0">
                <a:solidFill>
                  <a:srgbClr val="002060"/>
                </a:solidFill>
                <a:latin typeface="+mn-ea"/>
              </a:rPr>
              <a:t>멤버</a:t>
            </a:r>
            <a:r>
              <a:rPr lang="en-US" altLang="ko-KR" sz="1800" dirty="0">
                <a:solidFill>
                  <a:srgbClr val="002060"/>
                </a:solidFill>
                <a:latin typeface="+mn-ea"/>
              </a:rPr>
              <a:t>3</a:t>
            </a:r>
          </a:p>
          <a:p>
            <a:pPr algn="r"/>
            <a:r>
              <a:rPr lang="ko-KR" altLang="en-US" sz="1800" dirty="0">
                <a:solidFill>
                  <a:srgbClr val="002060"/>
                </a:solidFill>
                <a:latin typeface="+mn-ea"/>
              </a:rPr>
              <a:t>멤버</a:t>
            </a:r>
            <a:r>
              <a:rPr lang="en-US" altLang="ko-KR" sz="1800" dirty="0">
                <a:solidFill>
                  <a:srgbClr val="002060"/>
                </a:solidFill>
                <a:latin typeface="+mn-ea"/>
              </a:rPr>
              <a:t>4</a:t>
            </a:r>
          </a:p>
          <a:p>
            <a:pPr algn="r"/>
            <a:r>
              <a:rPr lang="ko-KR" altLang="en-US" sz="1800" dirty="0">
                <a:solidFill>
                  <a:srgbClr val="002060"/>
                </a:solidFill>
                <a:latin typeface="+mn-ea"/>
              </a:rPr>
              <a:t>멤버</a:t>
            </a:r>
            <a:r>
              <a:rPr lang="en-US" altLang="ko-KR" sz="1800" dirty="0">
                <a:solidFill>
                  <a:srgbClr val="002060"/>
                </a:solidFill>
                <a:latin typeface="+mn-ea"/>
              </a:rPr>
              <a:t>5</a:t>
            </a:r>
            <a:endParaRPr lang="en-US" altLang="ko-KR" sz="2400" dirty="0">
              <a:solidFill>
                <a:srgbClr val="00206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251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6495051" y="305205"/>
            <a:ext cx="5297805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ko-KR" altLang="en-US" sz="2000" dirty="0">
                <a:latin typeface="Verdana"/>
                <a:cs typeface="Verdana"/>
              </a:rPr>
              <a:t>목차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080022" y="1298251"/>
            <a:ext cx="6041390" cy="977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275" dirty="0">
                <a:solidFill>
                  <a:srgbClr val="231F20"/>
                </a:solidFill>
                <a:latin typeface="Verdana"/>
                <a:cs typeface="Verdana"/>
              </a:rPr>
              <a:t>7</a:t>
            </a:r>
            <a:r>
              <a:rPr sz="5700" spc="-1320" dirty="0"/>
              <a:t>7</a:t>
            </a:r>
            <a:r>
              <a:rPr sz="6200" spc="-7070" dirty="0">
                <a:solidFill>
                  <a:srgbClr val="231F20"/>
                </a:solidFill>
                <a:latin typeface="Malgun Gothic"/>
                <a:cs typeface="Malgun Gothic"/>
              </a:rPr>
              <a:t>개</a:t>
            </a:r>
            <a:r>
              <a:rPr sz="6250" spc="-805" dirty="0">
                <a:latin typeface="Malgun Gothic"/>
                <a:cs typeface="Malgun Gothic"/>
              </a:rPr>
              <a:t>개</a:t>
            </a:r>
            <a:r>
              <a:rPr sz="6250" spc="-1395" dirty="0">
                <a:latin typeface="Malgun Gothic"/>
                <a:cs typeface="Malgun Gothic"/>
              </a:rPr>
              <a:t> </a:t>
            </a:r>
            <a:r>
              <a:rPr sz="6200" spc="-7455" dirty="0">
                <a:solidFill>
                  <a:srgbClr val="231F20"/>
                </a:solidFill>
                <a:latin typeface="Malgun Gothic"/>
                <a:cs typeface="Malgun Gothic"/>
              </a:rPr>
              <a:t>도</a:t>
            </a:r>
            <a:r>
              <a:rPr sz="6250" spc="-1830" dirty="0">
                <a:latin typeface="Malgun Gothic"/>
                <a:cs typeface="Malgun Gothic"/>
              </a:rPr>
              <a:t>도</a:t>
            </a:r>
            <a:r>
              <a:rPr sz="6200" spc="-7425" dirty="0">
                <a:solidFill>
                  <a:srgbClr val="231F20"/>
                </a:solidFill>
                <a:latin typeface="Malgun Gothic"/>
                <a:cs typeface="Malgun Gothic"/>
              </a:rPr>
              <a:t>메</a:t>
            </a:r>
            <a:r>
              <a:rPr sz="6250" spc="-1460" dirty="0">
                <a:latin typeface="Malgun Gothic"/>
                <a:cs typeface="Malgun Gothic"/>
              </a:rPr>
              <a:t>메</a:t>
            </a:r>
            <a:r>
              <a:rPr sz="6200" spc="-7445" dirty="0">
                <a:solidFill>
                  <a:srgbClr val="231F20"/>
                </a:solidFill>
                <a:latin typeface="Malgun Gothic"/>
                <a:cs typeface="Malgun Gothic"/>
              </a:rPr>
              <a:t>인</a:t>
            </a:r>
            <a:r>
              <a:rPr sz="6250" spc="-1180" dirty="0">
                <a:latin typeface="Malgun Gothic"/>
                <a:cs typeface="Malgun Gothic"/>
              </a:rPr>
              <a:t>인</a:t>
            </a:r>
            <a:r>
              <a:rPr sz="6250" spc="-1395" dirty="0">
                <a:latin typeface="Malgun Gothic"/>
                <a:cs typeface="Malgun Gothic"/>
              </a:rPr>
              <a:t> </a:t>
            </a:r>
            <a:r>
              <a:rPr sz="6200" spc="-7420" dirty="0">
                <a:solidFill>
                  <a:srgbClr val="231F20"/>
                </a:solidFill>
                <a:latin typeface="Malgun Gothic"/>
                <a:cs typeface="Malgun Gothic"/>
              </a:rPr>
              <a:t>아</a:t>
            </a:r>
            <a:r>
              <a:rPr sz="6250" spc="-2005" dirty="0">
                <a:latin typeface="Malgun Gothic"/>
                <a:cs typeface="Malgun Gothic"/>
              </a:rPr>
              <a:t>아</a:t>
            </a:r>
            <a:r>
              <a:rPr sz="6200" spc="-7480" dirty="0">
                <a:solidFill>
                  <a:srgbClr val="231F20"/>
                </a:solidFill>
                <a:latin typeface="Malgun Gothic"/>
                <a:cs typeface="Malgun Gothic"/>
              </a:rPr>
              <a:t>이</a:t>
            </a:r>
            <a:r>
              <a:rPr sz="6250" spc="-1270" dirty="0">
                <a:latin typeface="Malgun Gothic"/>
                <a:cs typeface="Malgun Gothic"/>
              </a:rPr>
              <a:t>이</a:t>
            </a:r>
            <a:r>
              <a:rPr sz="6200" spc="-7465" dirty="0">
                <a:solidFill>
                  <a:srgbClr val="231F20"/>
                </a:solidFill>
                <a:latin typeface="Malgun Gothic"/>
                <a:cs typeface="Malgun Gothic"/>
              </a:rPr>
              <a:t>디</a:t>
            </a:r>
            <a:r>
              <a:rPr sz="6250" spc="-1250" dirty="0">
                <a:latin typeface="Malgun Gothic"/>
                <a:cs typeface="Malgun Gothic"/>
              </a:rPr>
              <a:t>디</a:t>
            </a:r>
            <a:r>
              <a:rPr sz="6200" spc="-7450" dirty="0">
                <a:solidFill>
                  <a:srgbClr val="231F20"/>
                </a:solidFill>
                <a:latin typeface="Malgun Gothic"/>
                <a:cs typeface="Malgun Gothic"/>
              </a:rPr>
              <a:t>어</a:t>
            </a:r>
            <a:r>
              <a:rPr sz="6250" spc="-1325" dirty="0">
                <a:latin typeface="Malgun Gothic"/>
                <a:cs typeface="Malgun Gothic"/>
              </a:rPr>
              <a:t>어</a:t>
            </a:r>
            <a:r>
              <a:rPr sz="6200" spc="-7459" dirty="0">
                <a:solidFill>
                  <a:srgbClr val="231F20"/>
                </a:solidFill>
                <a:latin typeface="Malgun Gothic"/>
                <a:cs typeface="Malgun Gothic"/>
              </a:rPr>
              <a:t>톤</a:t>
            </a:r>
            <a:r>
              <a:rPr sz="6250" spc="-1210" dirty="0">
                <a:latin typeface="Malgun Gothic"/>
                <a:cs typeface="Malgun Gothic"/>
              </a:rPr>
              <a:t>톤</a:t>
            </a:r>
            <a:endParaRPr sz="6250" dirty="0">
              <a:latin typeface="Malgun Gothic"/>
              <a:cs typeface="Malgun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4769" y="2674363"/>
            <a:ext cx="15538450" cy="0"/>
          </a:xfrm>
          <a:custGeom>
            <a:avLst/>
            <a:gdLst/>
            <a:ahLst/>
            <a:cxnLst/>
            <a:rect l="l" t="t" r="r" b="b"/>
            <a:pathLst>
              <a:path w="15538450">
                <a:moveTo>
                  <a:pt x="0" y="0"/>
                </a:moveTo>
                <a:lnTo>
                  <a:pt x="15538418" y="0"/>
                </a:lnTo>
              </a:path>
            </a:pathLst>
          </a:custGeom>
          <a:ln w="19050">
            <a:solidFill>
              <a:srgbClr val="6D85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410880" y="3217290"/>
            <a:ext cx="15489555" cy="1557020"/>
          </a:xfrm>
          <a:custGeom>
            <a:avLst/>
            <a:gdLst/>
            <a:ahLst/>
            <a:cxnLst/>
            <a:rect l="l" t="t" r="r" b="b"/>
            <a:pathLst>
              <a:path w="15489555" h="1557020">
                <a:moveTo>
                  <a:pt x="15013754" y="1556830"/>
                </a:moveTo>
                <a:lnTo>
                  <a:pt x="476249" y="1556830"/>
                </a:lnTo>
                <a:lnTo>
                  <a:pt x="427555" y="1554372"/>
                </a:lnTo>
                <a:lnTo>
                  <a:pt x="380268" y="1547155"/>
                </a:lnTo>
                <a:lnTo>
                  <a:pt x="334627" y="1535420"/>
                </a:lnTo>
                <a:lnTo>
                  <a:pt x="290871" y="1519405"/>
                </a:lnTo>
                <a:lnTo>
                  <a:pt x="249240" y="1499350"/>
                </a:lnTo>
                <a:lnTo>
                  <a:pt x="209973" y="1475495"/>
                </a:lnTo>
                <a:lnTo>
                  <a:pt x="173310" y="1448078"/>
                </a:lnTo>
                <a:lnTo>
                  <a:pt x="139490" y="1417340"/>
                </a:lnTo>
                <a:lnTo>
                  <a:pt x="108752" y="1383520"/>
                </a:lnTo>
                <a:lnTo>
                  <a:pt x="81335" y="1346856"/>
                </a:lnTo>
                <a:lnTo>
                  <a:pt x="57480" y="1307589"/>
                </a:lnTo>
                <a:lnTo>
                  <a:pt x="37426" y="1265958"/>
                </a:lnTo>
                <a:lnTo>
                  <a:pt x="21411" y="1222203"/>
                </a:lnTo>
                <a:lnTo>
                  <a:pt x="9675" y="1176562"/>
                </a:lnTo>
                <a:lnTo>
                  <a:pt x="2458" y="1129275"/>
                </a:lnTo>
                <a:lnTo>
                  <a:pt x="0" y="1080581"/>
                </a:lnTo>
                <a:lnTo>
                  <a:pt x="0" y="476251"/>
                </a:lnTo>
                <a:lnTo>
                  <a:pt x="2458" y="427557"/>
                </a:lnTo>
                <a:lnTo>
                  <a:pt x="9675" y="380269"/>
                </a:lnTo>
                <a:lnTo>
                  <a:pt x="21411" y="334628"/>
                </a:lnTo>
                <a:lnTo>
                  <a:pt x="37426" y="290872"/>
                </a:lnTo>
                <a:lnTo>
                  <a:pt x="57480" y="249241"/>
                </a:lnTo>
                <a:lnTo>
                  <a:pt x="81335" y="209974"/>
                </a:lnTo>
                <a:lnTo>
                  <a:pt x="108752" y="173311"/>
                </a:lnTo>
                <a:lnTo>
                  <a:pt x="139490" y="139490"/>
                </a:lnTo>
                <a:lnTo>
                  <a:pt x="173310" y="108752"/>
                </a:lnTo>
                <a:lnTo>
                  <a:pt x="209973" y="81336"/>
                </a:lnTo>
                <a:lnTo>
                  <a:pt x="249240" y="57480"/>
                </a:lnTo>
                <a:lnTo>
                  <a:pt x="290871" y="37426"/>
                </a:lnTo>
                <a:lnTo>
                  <a:pt x="334627" y="21411"/>
                </a:lnTo>
                <a:lnTo>
                  <a:pt x="380268" y="9675"/>
                </a:lnTo>
                <a:lnTo>
                  <a:pt x="427555" y="2458"/>
                </a:lnTo>
                <a:lnTo>
                  <a:pt x="476249" y="0"/>
                </a:lnTo>
                <a:lnTo>
                  <a:pt x="15013754" y="0"/>
                </a:lnTo>
                <a:lnTo>
                  <a:pt x="15062446" y="2458"/>
                </a:lnTo>
                <a:lnTo>
                  <a:pt x="15109731" y="9675"/>
                </a:lnTo>
                <a:lnTo>
                  <a:pt x="15155371" y="21411"/>
                </a:lnTo>
                <a:lnTo>
                  <a:pt x="15199126" y="37426"/>
                </a:lnTo>
                <a:lnTo>
                  <a:pt x="15240757" y="57480"/>
                </a:lnTo>
                <a:lnTo>
                  <a:pt x="15280024" y="81336"/>
                </a:lnTo>
                <a:lnTo>
                  <a:pt x="15316688" y="108752"/>
                </a:lnTo>
                <a:lnTo>
                  <a:pt x="15350509" y="139490"/>
                </a:lnTo>
                <a:lnTo>
                  <a:pt x="15381247" y="173311"/>
                </a:lnTo>
                <a:lnTo>
                  <a:pt x="15408665" y="209974"/>
                </a:lnTo>
                <a:lnTo>
                  <a:pt x="15432521" y="249241"/>
                </a:lnTo>
                <a:lnTo>
                  <a:pt x="15452576" y="290872"/>
                </a:lnTo>
                <a:lnTo>
                  <a:pt x="15468592" y="334628"/>
                </a:lnTo>
                <a:lnTo>
                  <a:pt x="15480328" y="380269"/>
                </a:lnTo>
                <a:lnTo>
                  <a:pt x="15487545" y="427557"/>
                </a:lnTo>
                <a:lnTo>
                  <a:pt x="15489248" y="461272"/>
                </a:lnTo>
                <a:lnTo>
                  <a:pt x="15489248" y="1095560"/>
                </a:lnTo>
                <a:lnTo>
                  <a:pt x="15480328" y="1176562"/>
                </a:lnTo>
                <a:lnTo>
                  <a:pt x="15468592" y="1222203"/>
                </a:lnTo>
                <a:lnTo>
                  <a:pt x="15452576" y="1265958"/>
                </a:lnTo>
                <a:lnTo>
                  <a:pt x="15432521" y="1307589"/>
                </a:lnTo>
                <a:lnTo>
                  <a:pt x="15408665" y="1346856"/>
                </a:lnTo>
                <a:lnTo>
                  <a:pt x="15381247" y="1383520"/>
                </a:lnTo>
                <a:lnTo>
                  <a:pt x="15350509" y="1417340"/>
                </a:lnTo>
                <a:lnTo>
                  <a:pt x="15316688" y="1448078"/>
                </a:lnTo>
                <a:lnTo>
                  <a:pt x="15280024" y="1475495"/>
                </a:lnTo>
                <a:lnTo>
                  <a:pt x="15240757" y="1499350"/>
                </a:lnTo>
                <a:lnTo>
                  <a:pt x="15199126" y="1519405"/>
                </a:lnTo>
                <a:lnTo>
                  <a:pt x="15155371" y="1535420"/>
                </a:lnTo>
                <a:lnTo>
                  <a:pt x="15109731" y="1547155"/>
                </a:lnTo>
                <a:lnTo>
                  <a:pt x="15062446" y="1554372"/>
                </a:lnTo>
                <a:lnTo>
                  <a:pt x="15013754" y="1556830"/>
                </a:lnTo>
                <a:close/>
              </a:path>
            </a:pathLst>
          </a:custGeom>
          <a:solidFill>
            <a:srgbClr val="F1F1F1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27214" y="3743335"/>
            <a:ext cx="123063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b="1" spc="-455" dirty="0">
                <a:solidFill>
                  <a:srgbClr val="6D8599"/>
                </a:solidFill>
                <a:latin typeface="Malgun Gothic"/>
                <a:cs typeface="Malgun Gothic"/>
              </a:rPr>
              <a:t>주요</a:t>
            </a:r>
            <a:r>
              <a:rPr sz="2700" b="1" spc="-48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sz="2700" b="1" spc="-484" dirty="0">
                <a:solidFill>
                  <a:srgbClr val="6D8599"/>
                </a:solidFill>
                <a:latin typeface="Malgun Gothic"/>
                <a:cs typeface="Malgun Gothic"/>
              </a:rPr>
              <a:t>내용</a:t>
            </a:r>
            <a:endParaRPr sz="2700">
              <a:latin typeface="Malgun Gothic"/>
              <a:cs typeface="Malgun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2907" y="3767114"/>
            <a:ext cx="85725" cy="857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2907" y="4148114"/>
            <a:ext cx="85725" cy="857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279403" y="3551765"/>
            <a:ext cx="11666855" cy="7874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155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1900" spc="-26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535353"/>
                </a:solidFill>
                <a:latin typeface="Verdana"/>
                <a:cs typeface="Verdana"/>
              </a:rPr>
              <a:t>Mobility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35" dirty="0">
                <a:solidFill>
                  <a:srgbClr val="535353"/>
                </a:solidFill>
                <a:latin typeface="Verdana"/>
                <a:cs typeface="Verdana"/>
              </a:rPr>
              <a:t>/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55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05" dirty="0">
                <a:solidFill>
                  <a:srgbClr val="535353"/>
                </a:solidFill>
                <a:latin typeface="Verdana"/>
                <a:cs typeface="Verdana"/>
              </a:rPr>
              <a:t>Energy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35" dirty="0">
                <a:solidFill>
                  <a:srgbClr val="535353"/>
                </a:solidFill>
                <a:latin typeface="Verdana"/>
                <a:cs typeface="Verdana"/>
              </a:rPr>
              <a:t>/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55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1900" spc="-26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535353"/>
                </a:solidFill>
                <a:latin typeface="Verdana"/>
                <a:cs typeface="Verdana"/>
              </a:rPr>
              <a:t>Robotics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35" dirty="0">
                <a:solidFill>
                  <a:srgbClr val="535353"/>
                </a:solidFill>
                <a:latin typeface="Verdana"/>
                <a:cs typeface="Verdana"/>
              </a:rPr>
              <a:t>/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55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05" dirty="0">
                <a:solidFill>
                  <a:srgbClr val="535353"/>
                </a:solidFill>
                <a:latin typeface="Verdana"/>
                <a:cs typeface="Verdana"/>
              </a:rPr>
              <a:t>Smart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535353"/>
                </a:solidFill>
                <a:latin typeface="Verdana"/>
                <a:cs typeface="Verdana"/>
              </a:rPr>
              <a:t>Factory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35" dirty="0">
                <a:solidFill>
                  <a:srgbClr val="535353"/>
                </a:solidFill>
                <a:latin typeface="Verdana"/>
                <a:cs typeface="Verdana"/>
              </a:rPr>
              <a:t>/</a:t>
            </a:r>
            <a:r>
              <a:rPr sz="1900" spc="-26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55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535353"/>
                </a:solidFill>
                <a:latin typeface="Verdana"/>
                <a:cs typeface="Verdana"/>
              </a:rPr>
              <a:t>Healthcare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35" dirty="0">
                <a:solidFill>
                  <a:srgbClr val="535353"/>
                </a:solidFill>
                <a:latin typeface="Verdana"/>
                <a:cs typeface="Verdana"/>
              </a:rPr>
              <a:t>/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55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535353"/>
                </a:solidFill>
                <a:latin typeface="Verdana"/>
                <a:cs typeface="Verdana"/>
              </a:rPr>
              <a:t>Fintech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35" dirty="0">
                <a:solidFill>
                  <a:srgbClr val="535353"/>
                </a:solidFill>
                <a:latin typeface="Verdana"/>
                <a:cs typeface="Verdana"/>
              </a:rPr>
              <a:t>/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55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1900" spc="-26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150" dirty="0">
                <a:solidFill>
                  <a:srgbClr val="535353"/>
                </a:solidFill>
                <a:latin typeface="Verdana"/>
                <a:cs typeface="Verdana"/>
              </a:rPr>
              <a:t>E-</a:t>
            </a:r>
            <a:r>
              <a:rPr sz="1900" spc="-80" dirty="0">
                <a:solidFill>
                  <a:srgbClr val="535353"/>
                </a:solidFill>
                <a:latin typeface="Verdana"/>
                <a:cs typeface="Verdana"/>
              </a:rPr>
              <a:t>Commerce</a:t>
            </a:r>
            <a:r>
              <a:rPr sz="190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150" spc="-370" dirty="0">
                <a:solidFill>
                  <a:srgbClr val="535353"/>
                </a:solidFill>
                <a:latin typeface="Malgun Gothic"/>
                <a:cs typeface="Malgun Gothic"/>
              </a:rPr>
              <a:t>중</a:t>
            </a:r>
            <a:r>
              <a:rPr sz="2150" spc="-39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150" spc="-495" dirty="0">
                <a:solidFill>
                  <a:srgbClr val="535353"/>
                </a:solidFill>
                <a:latin typeface="Malgun Gothic"/>
                <a:cs typeface="Malgun Gothic"/>
              </a:rPr>
              <a:t>택</a:t>
            </a:r>
            <a:r>
              <a:rPr sz="2150" spc="-26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1900" spc="-50" dirty="0">
                <a:solidFill>
                  <a:srgbClr val="535353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spc="-575" dirty="0">
                <a:solidFill>
                  <a:srgbClr val="535353"/>
                </a:solidFill>
                <a:latin typeface="Verdana"/>
                <a:cs typeface="Verdana"/>
              </a:rPr>
              <a:t>~</a:t>
            </a:r>
            <a:r>
              <a:rPr sz="1900" spc="-27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1900" spc="-210" dirty="0">
                <a:solidFill>
                  <a:srgbClr val="535353"/>
                </a:solidFill>
                <a:latin typeface="Verdana"/>
                <a:cs typeface="Verdana"/>
              </a:rPr>
              <a:t>8/20(</a:t>
            </a:r>
            <a:r>
              <a:rPr sz="2150" spc="-210" dirty="0">
                <a:solidFill>
                  <a:srgbClr val="535353"/>
                </a:solidFill>
                <a:latin typeface="Malgun Gothic"/>
                <a:cs typeface="Malgun Gothic"/>
              </a:rPr>
              <a:t>목</a:t>
            </a:r>
            <a:r>
              <a:rPr sz="1900" spc="-210" dirty="0">
                <a:solidFill>
                  <a:srgbClr val="535353"/>
                </a:solidFill>
                <a:latin typeface="Verdana"/>
                <a:cs typeface="Verdana"/>
              </a:rPr>
              <a:t>)</a:t>
            </a:r>
            <a:r>
              <a:rPr sz="1900" spc="-27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150" spc="-470" dirty="0">
                <a:solidFill>
                  <a:srgbClr val="535353"/>
                </a:solidFill>
                <a:latin typeface="Malgun Gothic"/>
                <a:cs typeface="Malgun Gothic"/>
              </a:rPr>
              <a:t>오전</a:t>
            </a:r>
            <a:r>
              <a:rPr sz="2150" spc="-31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1900" spc="-290" dirty="0">
                <a:solidFill>
                  <a:srgbClr val="535353"/>
                </a:solidFill>
                <a:latin typeface="Verdana"/>
                <a:cs typeface="Verdana"/>
              </a:rPr>
              <a:t>9</a:t>
            </a:r>
            <a:r>
              <a:rPr sz="2150" spc="-290" dirty="0">
                <a:solidFill>
                  <a:srgbClr val="535353"/>
                </a:solidFill>
                <a:latin typeface="Malgun Gothic"/>
                <a:cs typeface="Malgun Gothic"/>
              </a:rPr>
              <a:t>시</a:t>
            </a:r>
            <a:r>
              <a:rPr sz="1900" spc="-290" dirty="0">
                <a:solidFill>
                  <a:srgbClr val="535353"/>
                </a:solidFill>
                <a:latin typeface="Verdana"/>
                <a:cs typeface="Verdana"/>
              </a:rPr>
              <a:t>:</a:t>
            </a:r>
            <a:r>
              <a:rPr sz="1900" spc="17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150" spc="-434" dirty="0">
                <a:solidFill>
                  <a:srgbClr val="535353"/>
                </a:solidFill>
                <a:latin typeface="Malgun Gothic"/>
                <a:cs typeface="Malgun Gothic"/>
              </a:rPr>
              <a:t>구글폼을</a:t>
            </a:r>
            <a:r>
              <a:rPr sz="2150" spc="-40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150" spc="-465" dirty="0">
                <a:solidFill>
                  <a:srgbClr val="535353"/>
                </a:solidFill>
                <a:latin typeface="Malgun Gothic"/>
                <a:cs typeface="Malgun Gothic"/>
              </a:rPr>
              <a:t>통해</a:t>
            </a:r>
            <a:r>
              <a:rPr sz="2150" spc="-29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150" spc="-415" dirty="0">
                <a:solidFill>
                  <a:srgbClr val="535353"/>
                </a:solidFill>
                <a:latin typeface="Malgun Gothic"/>
                <a:cs typeface="Malgun Gothic"/>
              </a:rPr>
              <a:t>기획안</a:t>
            </a:r>
            <a:r>
              <a:rPr sz="2150" spc="-4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1900" spc="-130" dirty="0">
                <a:solidFill>
                  <a:srgbClr val="535353"/>
                </a:solidFill>
                <a:latin typeface="Verdana"/>
                <a:cs typeface="Verdana"/>
              </a:rPr>
              <a:t>&amp;</a:t>
            </a:r>
            <a:r>
              <a:rPr sz="1900" spc="-27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150" spc="-440" dirty="0">
                <a:solidFill>
                  <a:srgbClr val="535353"/>
                </a:solidFill>
                <a:latin typeface="Malgun Gothic"/>
                <a:cs typeface="Malgun Gothic"/>
              </a:rPr>
              <a:t>발표자료</a:t>
            </a:r>
            <a:r>
              <a:rPr sz="2150" spc="-42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150" spc="-415" dirty="0">
                <a:solidFill>
                  <a:srgbClr val="535353"/>
                </a:solidFill>
                <a:latin typeface="Malgun Gothic"/>
                <a:cs typeface="Malgun Gothic"/>
              </a:rPr>
              <a:t>제출</a:t>
            </a:r>
            <a:r>
              <a:rPr sz="2150" spc="-40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1900" spc="-375" dirty="0">
                <a:solidFill>
                  <a:srgbClr val="535353"/>
                </a:solidFill>
                <a:latin typeface="Verdana"/>
                <a:cs typeface="Verdana"/>
              </a:rPr>
              <a:t>(</a:t>
            </a:r>
            <a:r>
              <a:rPr sz="2150" spc="-375" dirty="0">
                <a:solidFill>
                  <a:srgbClr val="535353"/>
                </a:solidFill>
                <a:latin typeface="Malgun Gothic"/>
                <a:cs typeface="Malgun Gothic"/>
              </a:rPr>
              <a:t>이후</a:t>
            </a:r>
            <a:r>
              <a:rPr sz="2150" spc="-409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150" spc="-484" dirty="0">
                <a:solidFill>
                  <a:srgbClr val="535353"/>
                </a:solidFill>
                <a:latin typeface="Malgun Gothic"/>
                <a:cs typeface="Malgun Gothic"/>
              </a:rPr>
              <a:t>별도의</a:t>
            </a:r>
            <a:r>
              <a:rPr sz="2150" spc="-23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150" spc="-395" dirty="0">
                <a:solidFill>
                  <a:srgbClr val="535353"/>
                </a:solidFill>
                <a:latin typeface="Malgun Gothic"/>
                <a:cs typeface="Malgun Gothic"/>
              </a:rPr>
              <a:t>피드백</a:t>
            </a:r>
            <a:r>
              <a:rPr sz="1900" spc="-395" dirty="0">
                <a:solidFill>
                  <a:srgbClr val="535353"/>
                </a:solidFill>
                <a:latin typeface="Verdana"/>
                <a:cs typeface="Verdana"/>
              </a:rPr>
              <a:t>/</a:t>
            </a:r>
            <a:r>
              <a:rPr sz="2150" spc="-395" dirty="0">
                <a:solidFill>
                  <a:srgbClr val="535353"/>
                </a:solidFill>
                <a:latin typeface="Malgun Gothic"/>
                <a:cs typeface="Malgun Gothic"/>
              </a:rPr>
              <a:t>동료</a:t>
            </a:r>
            <a:r>
              <a:rPr sz="2150" spc="-42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150" spc="-390" dirty="0">
                <a:solidFill>
                  <a:srgbClr val="535353"/>
                </a:solidFill>
                <a:latin typeface="Malgun Gothic"/>
                <a:cs typeface="Malgun Gothic"/>
              </a:rPr>
              <a:t>평가</a:t>
            </a:r>
            <a:r>
              <a:rPr sz="2150" spc="-45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150" spc="-484" dirty="0">
                <a:solidFill>
                  <a:srgbClr val="535353"/>
                </a:solidFill>
                <a:latin typeface="Malgun Gothic"/>
                <a:cs typeface="Malgun Gothic"/>
              </a:rPr>
              <a:t>과정</a:t>
            </a:r>
            <a:r>
              <a:rPr sz="2150" spc="-26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1900" spc="-25" dirty="0">
                <a:solidFill>
                  <a:srgbClr val="535353"/>
                </a:solidFill>
                <a:latin typeface="Verdana"/>
                <a:cs typeface="Verdana"/>
              </a:rPr>
              <a:t>X)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01475" y="4972015"/>
            <a:ext cx="285115" cy="259079"/>
          </a:xfrm>
          <a:custGeom>
            <a:avLst/>
            <a:gdLst/>
            <a:ahLst/>
            <a:cxnLst/>
            <a:rect l="l" t="t" r="r" b="b"/>
            <a:pathLst>
              <a:path w="285115" h="259079">
                <a:moveTo>
                  <a:pt x="284934" y="258687"/>
                </a:moveTo>
                <a:lnTo>
                  <a:pt x="252113" y="246654"/>
                </a:lnTo>
                <a:lnTo>
                  <a:pt x="217228" y="237770"/>
                </a:lnTo>
                <a:lnTo>
                  <a:pt x="180579" y="232268"/>
                </a:lnTo>
                <a:lnTo>
                  <a:pt x="142467" y="230382"/>
                </a:lnTo>
                <a:lnTo>
                  <a:pt x="104355" y="232268"/>
                </a:lnTo>
                <a:lnTo>
                  <a:pt x="67706" y="237770"/>
                </a:lnTo>
                <a:lnTo>
                  <a:pt x="32820" y="246654"/>
                </a:lnTo>
                <a:lnTo>
                  <a:pt x="0" y="258687"/>
                </a:lnTo>
                <a:lnTo>
                  <a:pt x="43822" y="179116"/>
                </a:lnTo>
                <a:lnTo>
                  <a:pt x="142467" y="0"/>
                </a:lnTo>
                <a:lnTo>
                  <a:pt x="284934" y="258687"/>
                </a:lnTo>
                <a:close/>
              </a:path>
            </a:pathLst>
          </a:custGeom>
          <a:solidFill>
            <a:srgbClr val="6D85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53704" y="5347716"/>
            <a:ext cx="1602105" cy="686435"/>
          </a:xfrm>
          <a:custGeom>
            <a:avLst/>
            <a:gdLst/>
            <a:ahLst/>
            <a:cxnLst/>
            <a:rect l="l" t="t" r="r" b="b"/>
            <a:pathLst>
              <a:path w="1602104" h="686435">
                <a:moveTo>
                  <a:pt x="1258929" y="685990"/>
                </a:moveTo>
                <a:lnTo>
                  <a:pt x="342993" y="685990"/>
                </a:lnTo>
                <a:lnTo>
                  <a:pt x="289014" y="681718"/>
                </a:lnTo>
                <a:lnTo>
                  <a:pt x="236849" y="669153"/>
                </a:lnTo>
                <a:lnTo>
                  <a:pt x="187421" y="648679"/>
                </a:lnTo>
                <a:lnTo>
                  <a:pt x="141651" y="620677"/>
                </a:lnTo>
                <a:lnTo>
                  <a:pt x="100460" y="585528"/>
                </a:lnTo>
                <a:lnTo>
                  <a:pt x="65312" y="544337"/>
                </a:lnTo>
                <a:lnTo>
                  <a:pt x="37310" y="498567"/>
                </a:lnTo>
                <a:lnTo>
                  <a:pt x="16836" y="449139"/>
                </a:lnTo>
                <a:lnTo>
                  <a:pt x="4272" y="396974"/>
                </a:lnTo>
                <a:lnTo>
                  <a:pt x="0" y="342993"/>
                </a:lnTo>
                <a:lnTo>
                  <a:pt x="4272" y="289013"/>
                </a:lnTo>
                <a:lnTo>
                  <a:pt x="16836" y="236849"/>
                </a:lnTo>
                <a:lnTo>
                  <a:pt x="37310" y="187421"/>
                </a:lnTo>
                <a:lnTo>
                  <a:pt x="65312" y="141651"/>
                </a:lnTo>
                <a:lnTo>
                  <a:pt x="100460" y="100460"/>
                </a:lnTo>
                <a:lnTo>
                  <a:pt x="141651" y="65312"/>
                </a:lnTo>
                <a:lnTo>
                  <a:pt x="187421" y="37310"/>
                </a:lnTo>
                <a:lnTo>
                  <a:pt x="236849" y="16836"/>
                </a:lnTo>
                <a:lnTo>
                  <a:pt x="289014" y="4272"/>
                </a:lnTo>
                <a:lnTo>
                  <a:pt x="342993" y="0"/>
                </a:lnTo>
                <a:lnTo>
                  <a:pt x="1258929" y="0"/>
                </a:lnTo>
                <a:lnTo>
                  <a:pt x="1312909" y="4272"/>
                </a:lnTo>
                <a:lnTo>
                  <a:pt x="1365073" y="16836"/>
                </a:lnTo>
                <a:lnTo>
                  <a:pt x="1414501" y="37310"/>
                </a:lnTo>
                <a:lnTo>
                  <a:pt x="1460271" y="65312"/>
                </a:lnTo>
                <a:lnTo>
                  <a:pt x="1501462" y="100460"/>
                </a:lnTo>
                <a:lnTo>
                  <a:pt x="1536611" y="141651"/>
                </a:lnTo>
                <a:lnTo>
                  <a:pt x="1564613" y="187421"/>
                </a:lnTo>
                <a:lnTo>
                  <a:pt x="1585087" y="236849"/>
                </a:lnTo>
                <a:lnTo>
                  <a:pt x="1597651" y="289013"/>
                </a:lnTo>
                <a:lnTo>
                  <a:pt x="1601924" y="342993"/>
                </a:lnTo>
                <a:lnTo>
                  <a:pt x="1597651" y="396974"/>
                </a:lnTo>
                <a:lnTo>
                  <a:pt x="1585087" y="449139"/>
                </a:lnTo>
                <a:lnTo>
                  <a:pt x="1564613" y="498567"/>
                </a:lnTo>
                <a:lnTo>
                  <a:pt x="1536611" y="544337"/>
                </a:lnTo>
                <a:lnTo>
                  <a:pt x="1501462" y="585528"/>
                </a:lnTo>
                <a:lnTo>
                  <a:pt x="1460271" y="620677"/>
                </a:lnTo>
                <a:lnTo>
                  <a:pt x="1414501" y="648679"/>
                </a:lnTo>
                <a:lnTo>
                  <a:pt x="1365073" y="669153"/>
                </a:lnTo>
                <a:lnTo>
                  <a:pt x="1312909" y="681718"/>
                </a:lnTo>
                <a:lnTo>
                  <a:pt x="1258929" y="685990"/>
                </a:lnTo>
                <a:close/>
              </a:path>
            </a:pathLst>
          </a:custGeom>
          <a:solidFill>
            <a:srgbClr val="F1F1F1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445099" y="5447989"/>
            <a:ext cx="121031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b="1" spc="-520" dirty="0">
                <a:solidFill>
                  <a:srgbClr val="6D8599"/>
                </a:solidFill>
                <a:latin typeface="Malgun Gothic"/>
                <a:cs typeface="Malgun Gothic"/>
              </a:rPr>
              <a:t>추진</a:t>
            </a:r>
            <a:r>
              <a:rPr sz="2700" b="1" spc="-36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sz="2700" b="1" spc="-560" dirty="0">
                <a:solidFill>
                  <a:srgbClr val="6D8599"/>
                </a:solidFill>
                <a:latin typeface="Malgun Gothic"/>
                <a:cs typeface="Malgun Gothic"/>
              </a:rPr>
              <a:t>목적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892281" y="5174170"/>
            <a:ext cx="1602105" cy="686435"/>
          </a:xfrm>
          <a:custGeom>
            <a:avLst/>
            <a:gdLst/>
            <a:ahLst/>
            <a:cxnLst/>
            <a:rect l="l" t="t" r="r" b="b"/>
            <a:pathLst>
              <a:path w="1602105" h="686435">
                <a:moveTo>
                  <a:pt x="1258927" y="685989"/>
                </a:moveTo>
                <a:lnTo>
                  <a:pt x="342994" y="685989"/>
                </a:lnTo>
                <a:lnTo>
                  <a:pt x="289014" y="681716"/>
                </a:lnTo>
                <a:lnTo>
                  <a:pt x="236849" y="669152"/>
                </a:lnTo>
                <a:lnTo>
                  <a:pt x="187421" y="648678"/>
                </a:lnTo>
                <a:lnTo>
                  <a:pt x="141651" y="620676"/>
                </a:lnTo>
                <a:lnTo>
                  <a:pt x="100460" y="585527"/>
                </a:lnTo>
                <a:lnTo>
                  <a:pt x="65312" y="544337"/>
                </a:lnTo>
                <a:lnTo>
                  <a:pt x="37310" y="498567"/>
                </a:lnTo>
                <a:lnTo>
                  <a:pt x="16836" y="449139"/>
                </a:lnTo>
                <a:lnTo>
                  <a:pt x="4272" y="396975"/>
                </a:lnTo>
                <a:lnTo>
                  <a:pt x="0" y="342995"/>
                </a:lnTo>
                <a:lnTo>
                  <a:pt x="4272" y="289014"/>
                </a:lnTo>
                <a:lnTo>
                  <a:pt x="16836" y="236850"/>
                </a:lnTo>
                <a:lnTo>
                  <a:pt x="37310" y="187421"/>
                </a:lnTo>
                <a:lnTo>
                  <a:pt x="65312" y="141651"/>
                </a:lnTo>
                <a:lnTo>
                  <a:pt x="100460" y="100460"/>
                </a:lnTo>
                <a:lnTo>
                  <a:pt x="141651" y="65312"/>
                </a:lnTo>
                <a:lnTo>
                  <a:pt x="187421" y="37310"/>
                </a:lnTo>
                <a:lnTo>
                  <a:pt x="236849" y="16836"/>
                </a:lnTo>
                <a:lnTo>
                  <a:pt x="289014" y="4272"/>
                </a:lnTo>
                <a:lnTo>
                  <a:pt x="342994" y="0"/>
                </a:lnTo>
                <a:lnTo>
                  <a:pt x="1258927" y="0"/>
                </a:lnTo>
                <a:lnTo>
                  <a:pt x="1312907" y="4272"/>
                </a:lnTo>
                <a:lnTo>
                  <a:pt x="1365072" y="16836"/>
                </a:lnTo>
                <a:lnTo>
                  <a:pt x="1414500" y="37310"/>
                </a:lnTo>
                <a:lnTo>
                  <a:pt x="1460271" y="65312"/>
                </a:lnTo>
                <a:lnTo>
                  <a:pt x="1501463" y="100460"/>
                </a:lnTo>
                <a:lnTo>
                  <a:pt x="1536610" y="141651"/>
                </a:lnTo>
                <a:lnTo>
                  <a:pt x="1564611" y="187421"/>
                </a:lnTo>
                <a:lnTo>
                  <a:pt x="1585085" y="236850"/>
                </a:lnTo>
                <a:lnTo>
                  <a:pt x="1597649" y="289014"/>
                </a:lnTo>
                <a:lnTo>
                  <a:pt x="1601922" y="342995"/>
                </a:lnTo>
                <a:lnTo>
                  <a:pt x="1597649" y="396975"/>
                </a:lnTo>
                <a:lnTo>
                  <a:pt x="1585085" y="449139"/>
                </a:lnTo>
                <a:lnTo>
                  <a:pt x="1564611" y="498567"/>
                </a:lnTo>
                <a:lnTo>
                  <a:pt x="1536610" y="544337"/>
                </a:lnTo>
                <a:lnTo>
                  <a:pt x="1501463" y="585527"/>
                </a:lnTo>
                <a:lnTo>
                  <a:pt x="1460271" y="620676"/>
                </a:lnTo>
                <a:lnTo>
                  <a:pt x="1414500" y="648678"/>
                </a:lnTo>
                <a:lnTo>
                  <a:pt x="1365072" y="669152"/>
                </a:lnTo>
                <a:lnTo>
                  <a:pt x="1312907" y="681716"/>
                </a:lnTo>
                <a:lnTo>
                  <a:pt x="1258927" y="685989"/>
                </a:lnTo>
                <a:close/>
              </a:path>
            </a:pathLst>
          </a:custGeom>
          <a:solidFill>
            <a:srgbClr val="F1F1F1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119548" y="5274436"/>
            <a:ext cx="1163955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b="1" spc="-500" dirty="0">
                <a:solidFill>
                  <a:srgbClr val="6D8599"/>
                </a:solidFill>
                <a:latin typeface="Malgun Gothic"/>
                <a:cs typeface="Malgun Gothic"/>
              </a:rPr>
              <a:t>유의사항</a:t>
            </a:r>
            <a:endParaRPr sz="2700">
              <a:latin typeface="Malgun Gothic"/>
              <a:cs typeface="Malgun Gothic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2103" y="6320545"/>
            <a:ext cx="1276349" cy="127634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5054635" y="6320576"/>
            <a:ext cx="0" cy="2948305"/>
          </a:xfrm>
          <a:custGeom>
            <a:avLst/>
            <a:gdLst/>
            <a:ahLst/>
            <a:cxnLst/>
            <a:rect l="l" t="t" r="r" b="b"/>
            <a:pathLst>
              <a:path h="2948304">
                <a:moveTo>
                  <a:pt x="0" y="0"/>
                </a:moveTo>
                <a:lnTo>
                  <a:pt x="0" y="2947739"/>
                </a:lnTo>
              </a:path>
            </a:pathLst>
          </a:custGeom>
          <a:ln w="19050">
            <a:solidFill>
              <a:srgbClr val="6D8599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0838" y="6431858"/>
            <a:ext cx="1228724" cy="90485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6219" y="8786240"/>
            <a:ext cx="76200" cy="762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153494" y="6084783"/>
            <a:ext cx="0" cy="2948305"/>
          </a:xfrm>
          <a:custGeom>
            <a:avLst/>
            <a:gdLst/>
            <a:ahLst/>
            <a:cxnLst/>
            <a:rect l="l" t="t" r="r" b="b"/>
            <a:pathLst>
              <a:path h="2948304">
                <a:moveTo>
                  <a:pt x="0" y="0"/>
                </a:moveTo>
                <a:lnTo>
                  <a:pt x="0" y="2947739"/>
                </a:lnTo>
              </a:path>
            </a:pathLst>
          </a:custGeom>
          <a:ln w="19050">
            <a:solidFill>
              <a:srgbClr val="6D8599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41289" y="6185717"/>
            <a:ext cx="76200" cy="762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41289" y="7128692"/>
            <a:ext cx="76200" cy="7620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0645730" y="6028999"/>
            <a:ext cx="6219825" cy="1278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459" dirty="0">
                <a:solidFill>
                  <a:srgbClr val="737373"/>
                </a:solidFill>
                <a:latin typeface="Malgun Gothic"/>
                <a:cs typeface="Malgun Gothic"/>
              </a:rPr>
              <a:t>팀</a:t>
            </a:r>
            <a:r>
              <a:rPr sz="2000" spc="-254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5" dirty="0">
                <a:solidFill>
                  <a:srgbClr val="737373"/>
                </a:solidFill>
                <a:latin typeface="Malgun Gothic"/>
                <a:cs typeface="Malgun Gothic"/>
              </a:rPr>
              <a:t>매칭은</a:t>
            </a:r>
            <a:r>
              <a:rPr sz="2000" spc="-409" dirty="0">
                <a:solidFill>
                  <a:srgbClr val="737373"/>
                </a:solidFill>
                <a:latin typeface="Malgun Gothic"/>
                <a:cs typeface="Malgun Gothic"/>
              </a:rPr>
              <a:t> 선택하신</a:t>
            </a:r>
            <a:r>
              <a:rPr sz="2000" spc="-31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09" dirty="0">
                <a:solidFill>
                  <a:srgbClr val="737373"/>
                </a:solidFill>
                <a:latin typeface="Malgun Gothic"/>
                <a:cs typeface="Malgun Gothic"/>
              </a:rPr>
              <a:t>도메인</a:t>
            </a:r>
            <a:r>
              <a:rPr sz="2000" spc="-31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5" dirty="0">
                <a:solidFill>
                  <a:srgbClr val="737373"/>
                </a:solidFill>
                <a:latin typeface="Malgun Gothic"/>
                <a:cs typeface="Malgun Gothic"/>
              </a:rPr>
              <a:t>기반으로</a:t>
            </a:r>
            <a:r>
              <a:rPr sz="2000" spc="-42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b="1" spc="-415" dirty="0">
                <a:solidFill>
                  <a:srgbClr val="6D8599"/>
                </a:solidFill>
                <a:latin typeface="Malgun Gothic"/>
                <a:cs typeface="Malgun Gothic"/>
              </a:rPr>
              <a:t>랜덤</a:t>
            </a:r>
            <a:r>
              <a:rPr sz="2000" b="1" spc="-315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sz="2000" b="1" spc="-375" dirty="0">
                <a:solidFill>
                  <a:srgbClr val="6D8599"/>
                </a:solidFill>
                <a:latin typeface="Malgun Gothic"/>
                <a:cs typeface="Malgun Gothic"/>
              </a:rPr>
              <a:t>매칭</a:t>
            </a:r>
            <a:r>
              <a:rPr sz="2000" spc="-375" dirty="0">
                <a:solidFill>
                  <a:srgbClr val="737373"/>
                </a:solidFill>
                <a:latin typeface="Malgun Gothic"/>
                <a:cs typeface="Malgun Gothic"/>
              </a:rPr>
              <a:t>됩니다</a:t>
            </a:r>
            <a:r>
              <a:rPr sz="1800" spc="-375" dirty="0">
                <a:solidFill>
                  <a:srgbClr val="737373"/>
                </a:solidFill>
                <a:latin typeface="Verdana"/>
                <a:cs typeface="Verdana"/>
              </a:rPr>
              <a:t>.</a:t>
            </a:r>
            <a:r>
              <a:rPr sz="1800" spc="-295" dirty="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sz="1800" spc="-280" dirty="0">
                <a:solidFill>
                  <a:srgbClr val="737373"/>
                </a:solidFill>
                <a:latin typeface="Verdana"/>
                <a:cs typeface="Verdana"/>
              </a:rPr>
              <a:t>(5</a:t>
            </a:r>
            <a:r>
              <a:rPr sz="2000" spc="-280" dirty="0">
                <a:solidFill>
                  <a:srgbClr val="737373"/>
                </a:solidFill>
                <a:latin typeface="Malgun Gothic"/>
                <a:cs typeface="Malgun Gothic"/>
              </a:rPr>
              <a:t>인</a:t>
            </a:r>
            <a:r>
              <a:rPr sz="2000" spc="-31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0" dirty="0">
                <a:solidFill>
                  <a:srgbClr val="737373"/>
                </a:solidFill>
                <a:latin typeface="Malgun Gothic"/>
                <a:cs typeface="Malgun Gothic"/>
              </a:rPr>
              <a:t>이내</a:t>
            </a:r>
            <a:r>
              <a:rPr sz="1800" spc="-380" dirty="0">
                <a:solidFill>
                  <a:srgbClr val="737373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204470">
              <a:lnSpc>
                <a:spcPct val="100000"/>
              </a:lnSpc>
              <a:spcBef>
                <a:spcPts val="75"/>
              </a:spcBef>
            </a:pPr>
            <a:r>
              <a:rPr sz="1800" spc="-165" dirty="0">
                <a:solidFill>
                  <a:srgbClr val="737373"/>
                </a:solidFill>
                <a:latin typeface="Verdana"/>
                <a:cs typeface="Verdana"/>
              </a:rPr>
              <a:t>a.</a:t>
            </a:r>
            <a:r>
              <a:rPr sz="1800" spc="-110" dirty="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737373"/>
                </a:solidFill>
                <a:latin typeface="Malgun Gothic"/>
                <a:cs typeface="Malgun Gothic"/>
              </a:rPr>
              <a:t>신청</a:t>
            </a:r>
            <a:r>
              <a:rPr sz="2000" spc="-27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15" dirty="0">
                <a:solidFill>
                  <a:srgbClr val="737373"/>
                </a:solidFill>
                <a:latin typeface="Malgun Gothic"/>
                <a:cs typeface="Malgun Gothic"/>
              </a:rPr>
              <a:t>현황에</a:t>
            </a:r>
            <a:r>
              <a:rPr sz="2000" spc="-31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30" dirty="0">
                <a:solidFill>
                  <a:srgbClr val="737373"/>
                </a:solidFill>
                <a:latin typeface="Malgun Gothic"/>
                <a:cs typeface="Malgun Gothic"/>
              </a:rPr>
              <a:t>따라</a:t>
            </a:r>
            <a:r>
              <a:rPr sz="2000" spc="-459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15" dirty="0">
                <a:solidFill>
                  <a:srgbClr val="737373"/>
                </a:solidFill>
                <a:latin typeface="Malgun Gothic"/>
                <a:cs typeface="Malgun Gothic"/>
              </a:rPr>
              <a:t>매칭된</a:t>
            </a:r>
            <a:r>
              <a:rPr sz="2000" spc="-3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30" dirty="0">
                <a:solidFill>
                  <a:srgbClr val="737373"/>
                </a:solidFill>
                <a:latin typeface="Malgun Gothic"/>
                <a:cs typeface="Malgun Gothic"/>
              </a:rPr>
              <a:t>인원이</a:t>
            </a:r>
            <a:r>
              <a:rPr sz="2000" spc="-25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70" dirty="0">
                <a:solidFill>
                  <a:srgbClr val="737373"/>
                </a:solidFill>
                <a:latin typeface="Malgun Gothic"/>
                <a:cs typeface="Malgun Gothic"/>
              </a:rPr>
              <a:t>상이할</a:t>
            </a:r>
            <a:r>
              <a:rPr sz="2000" spc="-45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00" dirty="0">
                <a:solidFill>
                  <a:srgbClr val="737373"/>
                </a:solidFill>
                <a:latin typeface="Malgun Gothic"/>
                <a:cs typeface="Malgun Gothic"/>
              </a:rPr>
              <a:t>수</a:t>
            </a:r>
            <a:r>
              <a:rPr sz="2000" spc="-41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75" dirty="0">
                <a:solidFill>
                  <a:srgbClr val="737373"/>
                </a:solidFill>
                <a:latin typeface="Malgun Gothic"/>
                <a:cs typeface="Malgun Gothic"/>
              </a:rPr>
              <a:t>있습니다</a:t>
            </a:r>
            <a:r>
              <a:rPr sz="1800" spc="-375" dirty="0">
                <a:solidFill>
                  <a:srgbClr val="737373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459" dirty="0">
                <a:solidFill>
                  <a:srgbClr val="737373"/>
                </a:solidFill>
                <a:latin typeface="Malgun Gothic"/>
                <a:cs typeface="Malgun Gothic"/>
              </a:rPr>
              <a:t>팀</a:t>
            </a:r>
            <a:r>
              <a:rPr sz="2000" spc="-254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0" dirty="0">
                <a:solidFill>
                  <a:srgbClr val="737373"/>
                </a:solidFill>
                <a:latin typeface="Malgun Gothic"/>
                <a:cs typeface="Malgun Gothic"/>
              </a:rPr>
              <a:t>배정은</a:t>
            </a:r>
            <a:r>
              <a:rPr sz="2000" spc="-40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1800" spc="-150" dirty="0">
                <a:solidFill>
                  <a:srgbClr val="6D8599"/>
                </a:solidFill>
                <a:latin typeface="Arial Black"/>
                <a:cs typeface="Arial Black"/>
              </a:rPr>
              <a:t>8/14(</a:t>
            </a:r>
            <a:r>
              <a:rPr sz="2000" b="1" spc="-150" dirty="0">
                <a:solidFill>
                  <a:srgbClr val="6D8599"/>
                </a:solidFill>
                <a:latin typeface="Malgun Gothic"/>
                <a:cs typeface="Malgun Gothic"/>
              </a:rPr>
              <a:t>금</a:t>
            </a:r>
            <a:r>
              <a:rPr sz="1800" spc="-150" dirty="0">
                <a:solidFill>
                  <a:srgbClr val="6D8599"/>
                </a:solidFill>
                <a:latin typeface="Arial Black"/>
                <a:cs typeface="Arial Black"/>
              </a:rPr>
              <a:t>)</a:t>
            </a:r>
            <a:r>
              <a:rPr sz="1800" spc="-280" dirty="0">
                <a:solidFill>
                  <a:srgbClr val="6D8599"/>
                </a:solidFill>
                <a:latin typeface="Arial Black"/>
                <a:cs typeface="Arial Black"/>
              </a:rPr>
              <a:t> </a:t>
            </a:r>
            <a:r>
              <a:rPr sz="1800" spc="-310" dirty="0">
                <a:solidFill>
                  <a:srgbClr val="6D8599"/>
                </a:solidFill>
                <a:latin typeface="Arial Black"/>
                <a:cs typeface="Arial Black"/>
              </a:rPr>
              <a:t>13</a:t>
            </a:r>
            <a:r>
              <a:rPr sz="2000" b="1" spc="-310" dirty="0">
                <a:solidFill>
                  <a:srgbClr val="6D8599"/>
                </a:solidFill>
                <a:latin typeface="Malgun Gothic"/>
                <a:cs typeface="Malgun Gothic"/>
              </a:rPr>
              <a:t>시</a:t>
            </a:r>
            <a:r>
              <a:rPr sz="2000" b="1" spc="-32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sz="2000" b="1" spc="-405" dirty="0">
                <a:solidFill>
                  <a:srgbClr val="6D8599"/>
                </a:solidFill>
                <a:latin typeface="Malgun Gothic"/>
                <a:cs typeface="Malgun Gothic"/>
              </a:rPr>
              <a:t>이후</a:t>
            </a:r>
            <a:r>
              <a:rPr sz="2000" spc="-405" dirty="0">
                <a:solidFill>
                  <a:srgbClr val="737373"/>
                </a:solidFill>
                <a:latin typeface="Malgun Gothic"/>
                <a:cs typeface="Malgun Gothic"/>
              </a:rPr>
              <a:t>에</a:t>
            </a:r>
            <a:r>
              <a:rPr sz="2000" spc="-31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b="1" spc="-390" dirty="0">
                <a:solidFill>
                  <a:srgbClr val="6D8599"/>
                </a:solidFill>
                <a:latin typeface="Malgun Gothic"/>
                <a:cs typeface="Malgun Gothic"/>
              </a:rPr>
              <a:t>디스코드</a:t>
            </a:r>
            <a:r>
              <a:rPr sz="2000" spc="-390" dirty="0">
                <a:solidFill>
                  <a:srgbClr val="737373"/>
                </a:solidFill>
                <a:latin typeface="Malgun Gothic"/>
                <a:cs typeface="Malgun Gothic"/>
              </a:rPr>
              <a:t>로</a:t>
            </a:r>
            <a:r>
              <a:rPr sz="2000" spc="-4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09" dirty="0">
                <a:solidFill>
                  <a:srgbClr val="737373"/>
                </a:solidFill>
                <a:latin typeface="Malgun Gothic"/>
                <a:cs typeface="Malgun Gothic"/>
              </a:rPr>
              <a:t>안내해</a:t>
            </a:r>
            <a:r>
              <a:rPr sz="2000" spc="-30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05" dirty="0">
                <a:solidFill>
                  <a:srgbClr val="737373"/>
                </a:solidFill>
                <a:latin typeface="Malgun Gothic"/>
                <a:cs typeface="Malgun Gothic"/>
              </a:rPr>
              <a:t>드릴</a:t>
            </a:r>
            <a:r>
              <a:rPr sz="2000" spc="-31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0" dirty="0">
                <a:solidFill>
                  <a:srgbClr val="737373"/>
                </a:solidFill>
                <a:latin typeface="Malgun Gothic"/>
                <a:cs typeface="Malgun Gothic"/>
              </a:rPr>
              <a:t>예정입니다</a:t>
            </a:r>
            <a:r>
              <a:rPr sz="1800" spc="-380" dirty="0">
                <a:solidFill>
                  <a:srgbClr val="737373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41289" y="7757342"/>
            <a:ext cx="76200" cy="762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6219" y="9100565"/>
            <a:ext cx="76200" cy="762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750660" y="7948447"/>
            <a:ext cx="2681605" cy="133096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534035">
              <a:lnSpc>
                <a:spcPct val="100000"/>
              </a:lnSpc>
              <a:spcBef>
                <a:spcPts val="1315"/>
              </a:spcBef>
            </a:pPr>
            <a:r>
              <a:rPr sz="2700" b="1" spc="-595" dirty="0">
                <a:solidFill>
                  <a:srgbClr val="6D8599"/>
                </a:solidFill>
                <a:latin typeface="Malgun Gothic"/>
                <a:cs typeface="Malgun Gothic"/>
              </a:rPr>
              <a:t>팀</a:t>
            </a:r>
            <a:r>
              <a:rPr sz="2700" b="1" spc="-29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sz="2700" b="1" spc="-505" dirty="0">
                <a:solidFill>
                  <a:srgbClr val="6D8599"/>
                </a:solidFill>
                <a:latin typeface="Malgun Gothic"/>
                <a:cs typeface="Malgun Gothic"/>
              </a:rPr>
              <a:t>프로젝트</a:t>
            </a:r>
            <a:endParaRPr sz="27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000" spc="-440" dirty="0">
                <a:solidFill>
                  <a:srgbClr val="737373"/>
                </a:solidFill>
                <a:latin typeface="Malgun Gothic"/>
                <a:cs typeface="Malgun Gothic"/>
              </a:rPr>
              <a:t>협업</a:t>
            </a:r>
            <a:r>
              <a:rPr sz="2000" spc="-26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60" dirty="0">
                <a:solidFill>
                  <a:srgbClr val="737373"/>
                </a:solidFill>
                <a:latin typeface="Malgun Gothic"/>
                <a:cs typeface="Malgun Gothic"/>
              </a:rPr>
              <a:t>및 </a:t>
            </a:r>
            <a:r>
              <a:rPr sz="2000" spc="-385" dirty="0">
                <a:solidFill>
                  <a:srgbClr val="737373"/>
                </a:solidFill>
                <a:latin typeface="Malgun Gothic"/>
                <a:cs typeface="Malgun Gothic"/>
              </a:rPr>
              <a:t>동료학습</a:t>
            </a:r>
            <a:r>
              <a:rPr sz="2000" spc="-4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30" dirty="0">
                <a:solidFill>
                  <a:srgbClr val="737373"/>
                </a:solidFill>
                <a:latin typeface="Malgun Gothic"/>
                <a:cs typeface="Malgun Gothic"/>
              </a:rPr>
              <a:t>분위기</a:t>
            </a:r>
            <a:r>
              <a:rPr sz="2000" spc="-254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65" dirty="0">
                <a:solidFill>
                  <a:srgbClr val="737373"/>
                </a:solidFill>
                <a:latin typeface="Malgun Gothic"/>
                <a:cs typeface="Malgun Gothic"/>
              </a:rPr>
              <a:t>강화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000" spc="-375" dirty="0">
                <a:solidFill>
                  <a:srgbClr val="737373"/>
                </a:solidFill>
                <a:latin typeface="Malgun Gothic"/>
                <a:cs typeface="Malgun Gothic"/>
              </a:rPr>
              <a:t>교육생들</a:t>
            </a:r>
            <a:r>
              <a:rPr sz="2000" spc="-4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280" dirty="0">
                <a:solidFill>
                  <a:srgbClr val="737373"/>
                </a:solidFill>
                <a:latin typeface="Malgun Gothic"/>
                <a:cs typeface="Malgun Gothic"/>
              </a:rPr>
              <a:t>간</a:t>
            </a:r>
            <a:r>
              <a:rPr sz="2000" spc="-45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5" dirty="0">
                <a:solidFill>
                  <a:srgbClr val="737373"/>
                </a:solidFill>
                <a:latin typeface="Malgun Gothic"/>
                <a:cs typeface="Malgun Gothic"/>
              </a:rPr>
              <a:t>네트워크</a:t>
            </a:r>
            <a:r>
              <a:rPr sz="2000" spc="-41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50" dirty="0">
                <a:solidFill>
                  <a:srgbClr val="737373"/>
                </a:solidFill>
                <a:latin typeface="Malgun Gothic"/>
                <a:cs typeface="Malgun Gothic"/>
              </a:rPr>
              <a:t>형성</a:t>
            </a:r>
            <a:endParaRPr sz="2000">
              <a:latin typeface="Malgun Gothic"/>
              <a:cs typeface="Malgun Gothic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55482" y="8786240"/>
            <a:ext cx="76200" cy="762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55482" y="9100565"/>
            <a:ext cx="76200" cy="762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059922" y="7948447"/>
            <a:ext cx="2279015" cy="133096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R="257175" algn="ctr">
              <a:lnSpc>
                <a:spcPct val="100000"/>
              </a:lnSpc>
              <a:spcBef>
                <a:spcPts val="1315"/>
              </a:spcBef>
            </a:pPr>
            <a:r>
              <a:rPr sz="2700" b="1" spc="-500" dirty="0">
                <a:solidFill>
                  <a:srgbClr val="6D8599"/>
                </a:solidFill>
                <a:latin typeface="Malgun Gothic"/>
                <a:cs typeface="Malgun Gothic"/>
              </a:rPr>
              <a:t>아이디어톤</a:t>
            </a:r>
            <a:endParaRPr sz="2700">
              <a:latin typeface="Malgun Gothic"/>
              <a:cs typeface="Malgun Gothic"/>
            </a:endParaRPr>
          </a:p>
          <a:p>
            <a:pPr marR="250190" algn="ctr">
              <a:lnSpc>
                <a:spcPct val="100000"/>
              </a:lnSpc>
              <a:spcBef>
                <a:spcPts val="940"/>
              </a:spcBef>
            </a:pPr>
            <a:r>
              <a:rPr sz="2000" spc="-409" dirty="0">
                <a:solidFill>
                  <a:srgbClr val="737373"/>
                </a:solidFill>
                <a:latin typeface="Malgun Gothic"/>
                <a:cs typeface="Malgun Gothic"/>
              </a:rPr>
              <a:t>도메인</a:t>
            </a:r>
            <a:r>
              <a:rPr sz="2000" spc="-3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40" dirty="0">
                <a:solidFill>
                  <a:srgbClr val="737373"/>
                </a:solidFill>
                <a:latin typeface="Malgun Gothic"/>
                <a:cs typeface="Malgun Gothic"/>
              </a:rPr>
              <a:t>산업</a:t>
            </a:r>
            <a:r>
              <a:rPr sz="2000" spc="-27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50" dirty="0">
                <a:solidFill>
                  <a:srgbClr val="737373"/>
                </a:solidFill>
                <a:latin typeface="Malgun Gothic"/>
                <a:cs typeface="Malgun Gothic"/>
              </a:rPr>
              <a:t>현황</a:t>
            </a:r>
            <a:r>
              <a:rPr sz="2000" spc="-45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75" dirty="0">
                <a:solidFill>
                  <a:srgbClr val="737373"/>
                </a:solidFill>
                <a:latin typeface="Malgun Gothic"/>
                <a:cs typeface="Malgun Gothic"/>
              </a:rPr>
              <a:t>파악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160" dirty="0">
                <a:solidFill>
                  <a:srgbClr val="737373"/>
                </a:solidFill>
                <a:latin typeface="Verdana"/>
                <a:cs typeface="Verdana"/>
              </a:rPr>
              <a:t>AI</a:t>
            </a:r>
            <a:r>
              <a:rPr sz="1800" spc="-300" dirty="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sz="2000" spc="-380" dirty="0">
                <a:solidFill>
                  <a:srgbClr val="737373"/>
                </a:solidFill>
                <a:latin typeface="Malgun Gothic"/>
                <a:cs typeface="Malgun Gothic"/>
              </a:rPr>
              <a:t>서비스</a:t>
            </a:r>
            <a:r>
              <a:rPr sz="2000" spc="-41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34" dirty="0">
                <a:solidFill>
                  <a:srgbClr val="737373"/>
                </a:solidFill>
                <a:latin typeface="Malgun Gothic"/>
                <a:cs typeface="Malgun Gothic"/>
              </a:rPr>
              <a:t>기획</a:t>
            </a:r>
            <a:r>
              <a:rPr sz="2000" spc="-26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34" dirty="0">
                <a:solidFill>
                  <a:srgbClr val="737373"/>
                </a:solidFill>
                <a:latin typeface="Malgun Gothic"/>
                <a:cs typeface="Malgun Gothic"/>
              </a:rPr>
              <a:t>능력</a:t>
            </a:r>
            <a:r>
              <a:rPr sz="2000" spc="-26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75" dirty="0">
                <a:solidFill>
                  <a:srgbClr val="737373"/>
                </a:solidFill>
                <a:latin typeface="Malgun Gothic"/>
                <a:cs typeface="Malgun Gothic"/>
              </a:rPr>
              <a:t>향상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645730" y="7600624"/>
            <a:ext cx="5876925" cy="9645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459" dirty="0">
                <a:solidFill>
                  <a:srgbClr val="737373"/>
                </a:solidFill>
                <a:latin typeface="Malgun Gothic"/>
                <a:cs typeface="Malgun Gothic"/>
              </a:rPr>
              <a:t>팀</a:t>
            </a:r>
            <a:r>
              <a:rPr sz="2000" spc="-24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30" dirty="0">
                <a:solidFill>
                  <a:srgbClr val="737373"/>
                </a:solidFill>
                <a:latin typeface="Malgun Gothic"/>
                <a:cs typeface="Malgun Gothic"/>
              </a:rPr>
              <a:t>배정이</a:t>
            </a:r>
            <a:r>
              <a:rPr sz="2000" spc="-24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05" dirty="0">
                <a:solidFill>
                  <a:srgbClr val="737373"/>
                </a:solidFill>
                <a:latin typeface="Malgun Gothic"/>
                <a:cs typeface="Malgun Gothic"/>
              </a:rPr>
              <a:t>발표된</a:t>
            </a:r>
            <a:r>
              <a:rPr sz="2000" spc="-31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0" dirty="0">
                <a:solidFill>
                  <a:srgbClr val="737373"/>
                </a:solidFill>
                <a:latin typeface="Malgun Gothic"/>
                <a:cs typeface="Malgun Gothic"/>
              </a:rPr>
              <a:t>후부터는</a:t>
            </a:r>
            <a:r>
              <a:rPr sz="2000" spc="-40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1800" spc="-135" dirty="0">
                <a:solidFill>
                  <a:srgbClr val="737373"/>
                </a:solidFill>
                <a:latin typeface="Verdana"/>
                <a:cs typeface="Verdana"/>
              </a:rPr>
              <a:t>Term-</a:t>
            </a:r>
            <a:r>
              <a:rPr sz="1800" spc="-60" dirty="0">
                <a:solidFill>
                  <a:srgbClr val="737373"/>
                </a:solidFill>
                <a:latin typeface="Verdana"/>
                <a:cs typeface="Verdana"/>
              </a:rPr>
              <a:t>Project</a:t>
            </a:r>
            <a:r>
              <a:rPr sz="1800" spc="-285" dirty="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sz="2000" spc="-355" dirty="0">
                <a:solidFill>
                  <a:srgbClr val="737373"/>
                </a:solidFill>
                <a:latin typeface="Malgun Gothic"/>
                <a:cs typeface="Malgun Gothic"/>
              </a:rPr>
              <a:t>논의가</a:t>
            </a:r>
            <a:r>
              <a:rPr sz="2000" spc="-45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0" dirty="0">
                <a:solidFill>
                  <a:srgbClr val="737373"/>
                </a:solidFill>
                <a:latin typeface="Malgun Gothic"/>
                <a:cs typeface="Malgun Gothic"/>
              </a:rPr>
              <a:t>가능합니다</a:t>
            </a:r>
            <a:r>
              <a:rPr sz="1800" spc="-380" dirty="0">
                <a:solidFill>
                  <a:srgbClr val="737373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450215" indent="-245745">
              <a:lnSpc>
                <a:spcPct val="100000"/>
              </a:lnSpc>
              <a:spcBef>
                <a:spcPts val="75"/>
              </a:spcBef>
              <a:buSzPct val="90000"/>
              <a:buFont typeface="Verdana"/>
              <a:buAutoNum type="alphaLcPeriod"/>
              <a:tabLst>
                <a:tab pos="450215" algn="l"/>
              </a:tabLst>
            </a:pPr>
            <a:r>
              <a:rPr sz="2000" spc="-375" dirty="0">
                <a:solidFill>
                  <a:srgbClr val="737373"/>
                </a:solidFill>
                <a:latin typeface="Malgun Gothic"/>
                <a:cs typeface="Malgun Gothic"/>
              </a:rPr>
              <a:t>팀원들</a:t>
            </a:r>
            <a:r>
              <a:rPr sz="2000" spc="-4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280" dirty="0">
                <a:solidFill>
                  <a:srgbClr val="737373"/>
                </a:solidFill>
                <a:latin typeface="Malgun Gothic"/>
                <a:cs typeface="Malgun Gothic"/>
              </a:rPr>
              <a:t>간</a:t>
            </a:r>
            <a:r>
              <a:rPr sz="2000" spc="-45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45" dirty="0">
                <a:solidFill>
                  <a:srgbClr val="737373"/>
                </a:solidFill>
                <a:latin typeface="Malgun Gothic"/>
                <a:cs typeface="Malgun Gothic"/>
              </a:rPr>
              <a:t>연락</a:t>
            </a:r>
            <a:r>
              <a:rPr sz="2000" spc="-44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60" dirty="0">
                <a:solidFill>
                  <a:srgbClr val="737373"/>
                </a:solidFill>
                <a:latin typeface="Malgun Gothic"/>
                <a:cs typeface="Malgun Gothic"/>
              </a:rPr>
              <a:t>및 </a:t>
            </a:r>
            <a:r>
              <a:rPr sz="2000" spc="-425" dirty="0">
                <a:solidFill>
                  <a:srgbClr val="737373"/>
                </a:solidFill>
                <a:latin typeface="Malgun Gothic"/>
                <a:cs typeface="Malgun Gothic"/>
              </a:rPr>
              <a:t>일정</a:t>
            </a:r>
            <a:r>
              <a:rPr sz="2000" spc="-27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5" dirty="0">
                <a:solidFill>
                  <a:srgbClr val="737373"/>
                </a:solidFill>
                <a:latin typeface="Malgun Gothic"/>
                <a:cs typeface="Malgun Gothic"/>
              </a:rPr>
              <a:t>조율은</a:t>
            </a:r>
            <a:r>
              <a:rPr sz="2000" spc="-41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59" dirty="0">
                <a:solidFill>
                  <a:srgbClr val="737373"/>
                </a:solidFill>
                <a:latin typeface="Malgun Gothic"/>
                <a:cs typeface="Malgun Gothic"/>
              </a:rPr>
              <a:t>팀</a:t>
            </a:r>
            <a:r>
              <a:rPr sz="2000" spc="-254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30" dirty="0">
                <a:solidFill>
                  <a:srgbClr val="737373"/>
                </a:solidFill>
                <a:latin typeface="Malgun Gothic"/>
                <a:cs typeface="Malgun Gothic"/>
              </a:rPr>
              <a:t>내에서</a:t>
            </a:r>
            <a:r>
              <a:rPr sz="2000" spc="-27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05" dirty="0">
                <a:solidFill>
                  <a:srgbClr val="737373"/>
                </a:solidFill>
                <a:latin typeface="Malgun Gothic"/>
                <a:cs typeface="Malgun Gothic"/>
              </a:rPr>
              <a:t>진행해</a:t>
            </a:r>
            <a:r>
              <a:rPr sz="2000" spc="-31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75" dirty="0">
                <a:solidFill>
                  <a:srgbClr val="737373"/>
                </a:solidFill>
                <a:latin typeface="Malgun Gothic"/>
                <a:cs typeface="Malgun Gothic"/>
              </a:rPr>
              <a:t>주세요</a:t>
            </a:r>
            <a:r>
              <a:rPr sz="1800" spc="-375" dirty="0">
                <a:solidFill>
                  <a:srgbClr val="737373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450215" indent="-265430">
              <a:lnSpc>
                <a:spcPct val="100000"/>
              </a:lnSpc>
              <a:spcBef>
                <a:spcPts val="75"/>
              </a:spcBef>
              <a:buSzPct val="90000"/>
              <a:buFont typeface="Verdana"/>
              <a:buAutoNum type="alphaLcPeriod"/>
              <a:tabLst>
                <a:tab pos="450215" algn="l"/>
              </a:tabLst>
            </a:pPr>
            <a:r>
              <a:rPr sz="2000" spc="-434" dirty="0">
                <a:solidFill>
                  <a:srgbClr val="737373"/>
                </a:solidFill>
                <a:latin typeface="Malgun Gothic"/>
                <a:cs typeface="Malgun Gothic"/>
              </a:rPr>
              <a:t>시험</a:t>
            </a:r>
            <a:r>
              <a:rPr sz="2000" spc="-28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50" dirty="0">
                <a:solidFill>
                  <a:srgbClr val="737373"/>
                </a:solidFill>
                <a:latin typeface="Malgun Gothic"/>
                <a:cs typeface="Malgun Gothic"/>
              </a:rPr>
              <a:t>종료</a:t>
            </a:r>
            <a:r>
              <a:rPr sz="2000" spc="-4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25" dirty="0">
                <a:solidFill>
                  <a:srgbClr val="737373"/>
                </a:solidFill>
                <a:latin typeface="Malgun Gothic"/>
                <a:cs typeface="Malgun Gothic"/>
              </a:rPr>
              <a:t>이후의</a:t>
            </a:r>
            <a:r>
              <a:rPr sz="2000" spc="-26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59" dirty="0">
                <a:solidFill>
                  <a:srgbClr val="737373"/>
                </a:solidFill>
                <a:latin typeface="Malgun Gothic"/>
                <a:cs typeface="Malgun Gothic"/>
              </a:rPr>
              <a:t>팀</a:t>
            </a:r>
            <a:r>
              <a:rPr sz="2000" spc="-254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34" dirty="0">
                <a:solidFill>
                  <a:srgbClr val="737373"/>
                </a:solidFill>
                <a:latin typeface="Malgun Gothic"/>
                <a:cs typeface="Malgun Gothic"/>
              </a:rPr>
              <a:t>빌딩</a:t>
            </a:r>
            <a:r>
              <a:rPr sz="2000" spc="-26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70" dirty="0">
                <a:solidFill>
                  <a:srgbClr val="737373"/>
                </a:solidFill>
                <a:latin typeface="Malgun Gothic"/>
                <a:cs typeface="Malgun Gothic"/>
              </a:rPr>
              <a:t>세션을</a:t>
            </a:r>
            <a:r>
              <a:rPr sz="2000" spc="-4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05" dirty="0">
                <a:solidFill>
                  <a:srgbClr val="737373"/>
                </a:solidFill>
                <a:latin typeface="Malgun Gothic"/>
                <a:cs typeface="Malgun Gothic"/>
              </a:rPr>
              <a:t>활용해</a:t>
            </a:r>
            <a:r>
              <a:rPr sz="2000" spc="-31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15" dirty="0">
                <a:solidFill>
                  <a:srgbClr val="737373"/>
                </a:solidFill>
                <a:latin typeface="Malgun Gothic"/>
                <a:cs typeface="Malgun Gothic"/>
              </a:rPr>
              <a:t>주시면</a:t>
            </a:r>
            <a:r>
              <a:rPr sz="2000" spc="-30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280" dirty="0">
                <a:solidFill>
                  <a:srgbClr val="737373"/>
                </a:solidFill>
                <a:latin typeface="Malgun Gothic"/>
                <a:cs typeface="Malgun Gothic"/>
              </a:rPr>
              <a:t>좋습니다</a:t>
            </a:r>
            <a:r>
              <a:rPr sz="1800" spc="-280" dirty="0">
                <a:solidFill>
                  <a:srgbClr val="737373"/>
                </a:solidFill>
                <a:latin typeface="Verdana"/>
                <a:cs typeface="Verdana"/>
              </a:rPr>
              <a:t>.</a:t>
            </a:r>
            <a:r>
              <a:rPr sz="2000" spc="-280" dirty="0">
                <a:solidFill>
                  <a:srgbClr val="737373"/>
                </a:solidFill>
                <a:latin typeface="Segoe UI Symbol"/>
                <a:cs typeface="Segoe UI Symbol"/>
              </a:rPr>
              <a:t>😊</a:t>
            </a:r>
            <a:endParaRPr sz="2000">
              <a:latin typeface="Segoe UI Symbol"/>
              <a:cs typeface="Segoe UI Symbo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41289" y="9014642"/>
            <a:ext cx="76200" cy="7620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0645730" y="8857924"/>
            <a:ext cx="6181090" cy="650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409" dirty="0">
                <a:solidFill>
                  <a:srgbClr val="737373"/>
                </a:solidFill>
                <a:latin typeface="Malgun Gothic"/>
                <a:cs typeface="Malgun Gothic"/>
              </a:rPr>
              <a:t>제출하신</a:t>
            </a:r>
            <a:r>
              <a:rPr sz="2000" spc="-31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70" dirty="0">
                <a:solidFill>
                  <a:srgbClr val="737373"/>
                </a:solidFill>
                <a:latin typeface="Malgun Gothic"/>
                <a:cs typeface="Malgun Gothic"/>
              </a:rPr>
              <a:t>기획안</a:t>
            </a:r>
            <a:r>
              <a:rPr sz="2000" spc="-45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60" dirty="0">
                <a:solidFill>
                  <a:srgbClr val="737373"/>
                </a:solidFill>
                <a:latin typeface="Malgun Gothic"/>
                <a:cs typeface="Malgun Gothic"/>
              </a:rPr>
              <a:t>및 </a:t>
            </a:r>
            <a:r>
              <a:rPr sz="2000" spc="-390" dirty="0">
                <a:solidFill>
                  <a:srgbClr val="737373"/>
                </a:solidFill>
                <a:latin typeface="Malgun Gothic"/>
                <a:cs typeface="Malgun Gothic"/>
              </a:rPr>
              <a:t>발표자료는</a:t>
            </a:r>
            <a:r>
              <a:rPr sz="2000" spc="-41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65" dirty="0">
                <a:solidFill>
                  <a:srgbClr val="737373"/>
                </a:solidFill>
                <a:latin typeface="Malgun Gothic"/>
                <a:cs typeface="Malgun Gothic"/>
              </a:rPr>
              <a:t>수정할</a:t>
            </a:r>
            <a:r>
              <a:rPr sz="2000" spc="-45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00" dirty="0">
                <a:solidFill>
                  <a:srgbClr val="737373"/>
                </a:solidFill>
                <a:latin typeface="Malgun Gothic"/>
                <a:cs typeface="Malgun Gothic"/>
              </a:rPr>
              <a:t>수</a:t>
            </a:r>
            <a:r>
              <a:rPr sz="2000" spc="-415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75" dirty="0">
                <a:solidFill>
                  <a:srgbClr val="737373"/>
                </a:solidFill>
                <a:latin typeface="Malgun Gothic"/>
                <a:cs typeface="Malgun Gothic"/>
              </a:rPr>
              <a:t>없으며</a:t>
            </a:r>
            <a:r>
              <a:rPr sz="1800" spc="-375" dirty="0">
                <a:solidFill>
                  <a:srgbClr val="737373"/>
                </a:solidFill>
                <a:latin typeface="Verdana"/>
                <a:cs typeface="Verdana"/>
              </a:rPr>
              <a:t>,</a:t>
            </a:r>
            <a:endParaRPr sz="1800">
              <a:latin typeface="Verdana"/>
              <a:cs typeface="Verdana"/>
            </a:endParaRPr>
          </a:p>
          <a:p>
            <a:pPr marL="17145">
              <a:lnSpc>
                <a:spcPct val="100000"/>
              </a:lnSpc>
              <a:spcBef>
                <a:spcPts val="75"/>
              </a:spcBef>
            </a:pPr>
            <a:r>
              <a:rPr sz="2000" spc="-355" dirty="0">
                <a:solidFill>
                  <a:srgbClr val="737373"/>
                </a:solidFill>
                <a:latin typeface="Malgun Gothic"/>
                <a:cs typeface="Malgun Gothic"/>
              </a:rPr>
              <a:t>우수</a:t>
            </a:r>
            <a:r>
              <a:rPr sz="2000" spc="-43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75" dirty="0">
                <a:solidFill>
                  <a:srgbClr val="737373"/>
                </a:solidFill>
                <a:latin typeface="Malgun Gothic"/>
                <a:cs typeface="Malgun Gothic"/>
              </a:rPr>
              <a:t>팀으로</a:t>
            </a:r>
            <a:r>
              <a:rPr sz="2000" spc="-4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00" dirty="0">
                <a:solidFill>
                  <a:srgbClr val="737373"/>
                </a:solidFill>
                <a:latin typeface="Malgun Gothic"/>
                <a:cs typeface="Malgun Gothic"/>
              </a:rPr>
              <a:t>선정될</a:t>
            </a:r>
            <a:r>
              <a:rPr sz="2000" spc="-3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55" dirty="0">
                <a:solidFill>
                  <a:srgbClr val="737373"/>
                </a:solidFill>
                <a:latin typeface="Malgun Gothic"/>
                <a:cs typeface="Malgun Gothic"/>
              </a:rPr>
              <a:t>경우</a:t>
            </a:r>
            <a:r>
              <a:rPr sz="2000" spc="-4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09" dirty="0">
                <a:solidFill>
                  <a:srgbClr val="737373"/>
                </a:solidFill>
                <a:latin typeface="Malgun Gothic"/>
                <a:cs typeface="Malgun Gothic"/>
              </a:rPr>
              <a:t>제출하신</a:t>
            </a:r>
            <a:r>
              <a:rPr sz="2000" spc="-31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0" dirty="0">
                <a:solidFill>
                  <a:srgbClr val="737373"/>
                </a:solidFill>
                <a:latin typeface="Malgun Gothic"/>
                <a:cs typeface="Malgun Gothic"/>
              </a:rPr>
              <a:t>자료로</a:t>
            </a:r>
            <a:r>
              <a:rPr sz="2000" spc="-4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60" dirty="0">
                <a:solidFill>
                  <a:srgbClr val="737373"/>
                </a:solidFill>
                <a:latin typeface="Malgun Gothic"/>
                <a:cs typeface="Malgun Gothic"/>
              </a:rPr>
              <a:t>발표가</a:t>
            </a:r>
            <a:r>
              <a:rPr sz="2000" spc="-459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405" dirty="0">
                <a:solidFill>
                  <a:srgbClr val="737373"/>
                </a:solidFill>
                <a:latin typeface="Malgun Gothic"/>
                <a:cs typeface="Malgun Gothic"/>
              </a:rPr>
              <a:t>진행될</a:t>
            </a:r>
            <a:r>
              <a:rPr sz="2000" spc="-320" dirty="0">
                <a:solidFill>
                  <a:srgbClr val="737373"/>
                </a:solidFill>
                <a:latin typeface="Malgun Gothic"/>
                <a:cs typeface="Malgun Gothic"/>
              </a:rPr>
              <a:t> </a:t>
            </a:r>
            <a:r>
              <a:rPr sz="2000" spc="-380" dirty="0">
                <a:solidFill>
                  <a:srgbClr val="737373"/>
                </a:solidFill>
                <a:latin typeface="Malgun Gothic"/>
                <a:cs typeface="Malgun Gothic"/>
              </a:rPr>
              <a:t>예정입니다</a:t>
            </a:r>
            <a:r>
              <a:rPr sz="1800" spc="-380" dirty="0">
                <a:solidFill>
                  <a:srgbClr val="737373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95051" y="305205"/>
            <a:ext cx="529780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0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2000" spc="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250" spc="-385" dirty="0">
                <a:solidFill>
                  <a:srgbClr val="535353"/>
                </a:solidFill>
                <a:latin typeface="Malgun Gothic"/>
                <a:cs typeface="Malgun Gothic"/>
              </a:rPr>
              <a:t>올인원</a:t>
            </a:r>
            <a:r>
              <a:rPr sz="2250" spc="-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spc="-315" dirty="0">
                <a:solidFill>
                  <a:srgbClr val="535353"/>
                </a:solidFill>
                <a:latin typeface="Verdana"/>
                <a:cs typeface="Verdana"/>
              </a:rPr>
              <a:t>2</a:t>
            </a:r>
            <a:r>
              <a:rPr sz="2250" spc="-315" dirty="0">
                <a:solidFill>
                  <a:srgbClr val="535353"/>
                </a:solidFill>
                <a:latin typeface="Malgun Gothic"/>
                <a:cs typeface="Malgun Gothic"/>
              </a:rPr>
              <a:t>기</a:t>
            </a:r>
            <a:r>
              <a:rPr sz="2250" spc="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540" dirty="0">
                <a:solidFill>
                  <a:srgbClr val="535353"/>
                </a:solidFill>
                <a:latin typeface="Malgun Gothic"/>
                <a:cs typeface="Malgun Gothic"/>
              </a:rPr>
              <a:t>입</a:t>
            </a:r>
            <a:r>
              <a:rPr sz="2250" spc="-57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360" dirty="0">
                <a:solidFill>
                  <a:srgbClr val="535353"/>
                </a:solidFill>
                <a:latin typeface="Malgun Gothic"/>
                <a:cs typeface="Malgun Gothic"/>
              </a:rPr>
              <a:t>학연수과정</a:t>
            </a:r>
            <a:r>
              <a:rPr sz="2250" spc="3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535353"/>
                </a:solidFill>
                <a:latin typeface="Verdana"/>
                <a:cs typeface="Verdana"/>
              </a:rPr>
              <a:t>TERM-</a:t>
            </a:r>
            <a:r>
              <a:rPr sz="2000" spc="8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200" spc="-7434" dirty="0">
                <a:solidFill>
                  <a:srgbClr val="231F20"/>
                </a:solidFill>
                <a:latin typeface="Malgun Gothic"/>
                <a:cs typeface="Malgun Gothic"/>
              </a:rPr>
              <a:t>제</a:t>
            </a:r>
            <a:r>
              <a:rPr sz="6250" spc="-1460" dirty="0">
                <a:latin typeface="Malgun Gothic"/>
                <a:cs typeface="Malgun Gothic"/>
              </a:rPr>
              <a:t>제</a:t>
            </a:r>
            <a:r>
              <a:rPr sz="6200" spc="-7400" dirty="0">
                <a:solidFill>
                  <a:srgbClr val="231F20"/>
                </a:solidFill>
                <a:latin typeface="Malgun Gothic"/>
                <a:cs typeface="Malgun Gothic"/>
              </a:rPr>
              <a:t>출</a:t>
            </a:r>
            <a:r>
              <a:rPr sz="6250" spc="-1155" dirty="0">
                <a:latin typeface="Malgun Gothic"/>
                <a:cs typeface="Malgun Gothic"/>
              </a:rPr>
              <a:t>출</a:t>
            </a:r>
            <a:r>
              <a:rPr sz="6250" spc="-1700" dirty="0">
                <a:latin typeface="Malgun Gothic"/>
                <a:cs typeface="Malgun Gothic"/>
              </a:rPr>
              <a:t> </a:t>
            </a:r>
            <a:r>
              <a:rPr sz="6200" spc="-7030" dirty="0">
                <a:solidFill>
                  <a:srgbClr val="231F20"/>
                </a:solidFill>
                <a:latin typeface="Malgun Gothic"/>
                <a:cs typeface="Malgun Gothic"/>
              </a:rPr>
              <a:t>자</a:t>
            </a:r>
            <a:r>
              <a:rPr sz="6250" spc="-1614" dirty="0">
                <a:latin typeface="Malgun Gothic"/>
                <a:cs typeface="Malgun Gothic"/>
              </a:rPr>
              <a:t>자</a:t>
            </a:r>
            <a:r>
              <a:rPr sz="6200" spc="-7075" dirty="0">
                <a:solidFill>
                  <a:srgbClr val="231F20"/>
                </a:solidFill>
                <a:latin typeface="Malgun Gothic"/>
                <a:cs typeface="Malgun Gothic"/>
              </a:rPr>
              <a:t>료</a:t>
            </a:r>
            <a:r>
              <a:rPr sz="6250" spc="-800" dirty="0">
                <a:latin typeface="Malgun Gothic"/>
                <a:cs typeface="Malgun Gothic"/>
              </a:rPr>
              <a:t>료</a:t>
            </a:r>
            <a:endParaRPr sz="6250">
              <a:latin typeface="Malgun Gothic"/>
              <a:cs typeface="Malgun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10880" y="2057563"/>
            <a:ext cx="7567295" cy="7684770"/>
          </a:xfrm>
          <a:custGeom>
            <a:avLst/>
            <a:gdLst/>
            <a:ahLst/>
            <a:cxnLst/>
            <a:rect l="l" t="t" r="r" b="b"/>
            <a:pathLst>
              <a:path w="7567295" h="7684770">
                <a:moveTo>
                  <a:pt x="7090662" y="7684453"/>
                </a:moveTo>
                <a:lnTo>
                  <a:pt x="476249" y="7684453"/>
                </a:lnTo>
                <a:lnTo>
                  <a:pt x="427555" y="7681994"/>
                </a:lnTo>
                <a:lnTo>
                  <a:pt x="380268" y="7674777"/>
                </a:lnTo>
                <a:lnTo>
                  <a:pt x="334627" y="7663041"/>
                </a:lnTo>
                <a:lnTo>
                  <a:pt x="290871" y="7647025"/>
                </a:lnTo>
                <a:lnTo>
                  <a:pt x="249240" y="7626970"/>
                </a:lnTo>
                <a:lnTo>
                  <a:pt x="209973" y="7603114"/>
                </a:lnTo>
                <a:lnTo>
                  <a:pt x="173310" y="7575697"/>
                </a:lnTo>
                <a:lnTo>
                  <a:pt x="139490" y="7544958"/>
                </a:lnTo>
                <a:lnTo>
                  <a:pt x="108752" y="7511137"/>
                </a:lnTo>
                <a:lnTo>
                  <a:pt x="81335" y="7474473"/>
                </a:lnTo>
                <a:lnTo>
                  <a:pt x="57480" y="7435206"/>
                </a:lnTo>
                <a:lnTo>
                  <a:pt x="37426" y="7393576"/>
                </a:lnTo>
                <a:lnTo>
                  <a:pt x="21411" y="7349821"/>
                </a:lnTo>
                <a:lnTo>
                  <a:pt x="9675" y="7304180"/>
                </a:lnTo>
                <a:lnTo>
                  <a:pt x="2458" y="7256895"/>
                </a:lnTo>
                <a:lnTo>
                  <a:pt x="0" y="7208203"/>
                </a:lnTo>
                <a:lnTo>
                  <a:pt x="0" y="476251"/>
                </a:lnTo>
                <a:lnTo>
                  <a:pt x="2458" y="427557"/>
                </a:lnTo>
                <a:lnTo>
                  <a:pt x="9675" y="380269"/>
                </a:lnTo>
                <a:lnTo>
                  <a:pt x="21411" y="334628"/>
                </a:lnTo>
                <a:lnTo>
                  <a:pt x="37426" y="290872"/>
                </a:lnTo>
                <a:lnTo>
                  <a:pt x="57480" y="249241"/>
                </a:lnTo>
                <a:lnTo>
                  <a:pt x="81335" y="209974"/>
                </a:lnTo>
                <a:lnTo>
                  <a:pt x="108752" y="173310"/>
                </a:lnTo>
                <a:lnTo>
                  <a:pt x="139490" y="139490"/>
                </a:lnTo>
                <a:lnTo>
                  <a:pt x="173310" y="108752"/>
                </a:lnTo>
                <a:lnTo>
                  <a:pt x="209973" y="81336"/>
                </a:lnTo>
                <a:lnTo>
                  <a:pt x="249240" y="57480"/>
                </a:lnTo>
                <a:lnTo>
                  <a:pt x="290871" y="37426"/>
                </a:lnTo>
                <a:lnTo>
                  <a:pt x="334627" y="21411"/>
                </a:lnTo>
                <a:lnTo>
                  <a:pt x="380268" y="9675"/>
                </a:lnTo>
                <a:lnTo>
                  <a:pt x="427555" y="2458"/>
                </a:lnTo>
                <a:lnTo>
                  <a:pt x="476249" y="0"/>
                </a:lnTo>
                <a:lnTo>
                  <a:pt x="7090662" y="0"/>
                </a:lnTo>
                <a:lnTo>
                  <a:pt x="7139353" y="2458"/>
                </a:lnTo>
                <a:lnTo>
                  <a:pt x="7186639" y="9675"/>
                </a:lnTo>
                <a:lnTo>
                  <a:pt x="7232279" y="21411"/>
                </a:lnTo>
                <a:lnTo>
                  <a:pt x="7276034" y="37426"/>
                </a:lnTo>
                <a:lnTo>
                  <a:pt x="7317664" y="57480"/>
                </a:lnTo>
                <a:lnTo>
                  <a:pt x="7356931" y="81336"/>
                </a:lnTo>
                <a:lnTo>
                  <a:pt x="7393595" y="108752"/>
                </a:lnTo>
                <a:lnTo>
                  <a:pt x="7427416" y="139490"/>
                </a:lnTo>
                <a:lnTo>
                  <a:pt x="7458155" y="173310"/>
                </a:lnTo>
                <a:lnTo>
                  <a:pt x="7485572" y="209974"/>
                </a:lnTo>
                <a:lnTo>
                  <a:pt x="7509428" y="249241"/>
                </a:lnTo>
                <a:lnTo>
                  <a:pt x="7529483" y="290872"/>
                </a:lnTo>
                <a:lnTo>
                  <a:pt x="7545499" y="334628"/>
                </a:lnTo>
                <a:lnTo>
                  <a:pt x="7557235" y="380269"/>
                </a:lnTo>
                <a:lnTo>
                  <a:pt x="7564453" y="427557"/>
                </a:lnTo>
                <a:lnTo>
                  <a:pt x="7566911" y="476251"/>
                </a:lnTo>
                <a:lnTo>
                  <a:pt x="7566911" y="7208203"/>
                </a:lnTo>
                <a:lnTo>
                  <a:pt x="7564453" y="7256895"/>
                </a:lnTo>
                <a:lnTo>
                  <a:pt x="7557235" y="7304180"/>
                </a:lnTo>
                <a:lnTo>
                  <a:pt x="7545499" y="7349821"/>
                </a:lnTo>
                <a:lnTo>
                  <a:pt x="7529483" y="7393576"/>
                </a:lnTo>
                <a:lnTo>
                  <a:pt x="7509428" y="7435206"/>
                </a:lnTo>
                <a:lnTo>
                  <a:pt x="7485572" y="7474473"/>
                </a:lnTo>
                <a:lnTo>
                  <a:pt x="7458155" y="7511137"/>
                </a:lnTo>
                <a:lnTo>
                  <a:pt x="7427416" y="7544958"/>
                </a:lnTo>
                <a:lnTo>
                  <a:pt x="7393595" y="7575697"/>
                </a:lnTo>
                <a:lnTo>
                  <a:pt x="7356931" y="7603114"/>
                </a:lnTo>
                <a:lnTo>
                  <a:pt x="7317664" y="7626970"/>
                </a:lnTo>
                <a:lnTo>
                  <a:pt x="7276034" y="7647025"/>
                </a:lnTo>
                <a:lnTo>
                  <a:pt x="7232279" y="7663041"/>
                </a:lnTo>
                <a:lnTo>
                  <a:pt x="7186639" y="7674777"/>
                </a:lnTo>
                <a:lnTo>
                  <a:pt x="7139353" y="7681994"/>
                </a:lnTo>
                <a:lnTo>
                  <a:pt x="7090662" y="7684453"/>
                </a:lnTo>
                <a:close/>
              </a:path>
            </a:pathLst>
          </a:custGeom>
          <a:solidFill>
            <a:srgbClr val="F1F1F1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9338667" y="2638682"/>
            <a:ext cx="7565390" cy="2848610"/>
          </a:xfrm>
          <a:custGeom>
            <a:avLst/>
            <a:gdLst/>
            <a:ahLst/>
            <a:cxnLst/>
            <a:rect l="l" t="t" r="r" b="b"/>
            <a:pathLst>
              <a:path w="7565390" h="2848610">
                <a:moveTo>
                  <a:pt x="7090661" y="2848004"/>
                </a:moveTo>
                <a:lnTo>
                  <a:pt x="476257" y="2848004"/>
                </a:lnTo>
                <a:lnTo>
                  <a:pt x="427561" y="2845532"/>
                </a:lnTo>
                <a:lnTo>
                  <a:pt x="380271" y="2838316"/>
                </a:lnTo>
                <a:lnTo>
                  <a:pt x="334629" y="2826581"/>
                </a:lnTo>
                <a:lnTo>
                  <a:pt x="290872" y="2810567"/>
                </a:lnTo>
                <a:lnTo>
                  <a:pt x="249241" y="2790514"/>
                </a:lnTo>
                <a:lnTo>
                  <a:pt x="209974" y="2766659"/>
                </a:lnTo>
                <a:lnTo>
                  <a:pt x="173311" y="2739244"/>
                </a:lnTo>
                <a:lnTo>
                  <a:pt x="139491" y="2708507"/>
                </a:lnTo>
                <a:lnTo>
                  <a:pt x="108754" y="2674687"/>
                </a:lnTo>
                <a:lnTo>
                  <a:pt x="81339" y="2638024"/>
                </a:lnTo>
                <a:lnTo>
                  <a:pt x="57485" y="2598757"/>
                </a:lnTo>
                <a:lnTo>
                  <a:pt x="37431" y="2557126"/>
                </a:lnTo>
                <a:lnTo>
                  <a:pt x="21417" y="2513369"/>
                </a:lnTo>
                <a:lnTo>
                  <a:pt x="9682" y="2467727"/>
                </a:lnTo>
                <a:lnTo>
                  <a:pt x="2466" y="2420438"/>
                </a:lnTo>
                <a:lnTo>
                  <a:pt x="0" y="2371741"/>
                </a:lnTo>
                <a:lnTo>
                  <a:pt x="0" y="476251"/>
                </a:lnTo>
                <a:lnTo>
                  <a:pt x="2466" y="427557"/>
                </a:lnTo>
                <a:lnTo>
                  <a:pt x="9682" y="380269"/>
                </a:lnTo>
                <a:lnTo>
                  <a:pt x="21417" y="334628"/>
                </a:lnTo>
                <a:lnTo>
                  <a:pt x="37431" y="290872"/>
                </a:lnTo>
                <a:lnTo>
                  <a:pt x="57485" y="249241"/>
                </a:lnTo>
                <a:lnTo>
                  <a:pt x="81339" y="209974"/>
                </a:lnTo>
                <a:lnTo>
                  <a:pt x="108754" y="173311"/>
                </a:lnTo>
                <a:lnTo>
                  <a:pt x="139491" y="139490"/>
                </a:lnTo>
                <a:lnTo>
                  <a:pt x="173311" y="108753"/>
                </a:lnTo>
                <a:lnTo>
                  <a:pt x="209974" y="81336"/>
                </a:lnTo>
                <a:lnTo>
                  <a:pt x="249241" y="57481"/>
                </a:lnTo>
                <a:lnTo>
                  <a:pt x="290872" y="37427"/>
                </a:lnTo>
                <a:lnTo>
                  <a:pt x="334629" y="21412"/>
                </a:lnTo>
                <a:lnTo>
                  <a:pt x="380271" y="9676"/>
                </a:lnTo>
                <a:lnTo>
                  <a:pt x="427561" y="2459"/>
                </a:lnTo>
                <a:lnTo>
                  <a:pt x="476257" y="0"/>
                </a:lnTo>
                <a:lnTo>
                  <a:pt x="7090661" y="0"/>
                </a:lnTo>
                <a:lnTo>
                  <a:pt x="7139358" y="2459"/>
                </a:lnTo>
                <a:lnTo>
                  <a:pt x="7186647" y="9676"/>
                </a:lnTo>
                <a:lnTo>
                  <a:pt x="7232290" y="21412"/>
                </a:lnTo>
                <a:lnTo>
                  <a:pt x="7276046" y="37427"/>
                </a:lnTo>
                <a:lnTo>
                  <a:pt x="7317678" y="57481"/>
                </a:lnTo>
                <a:lnTo>
                  <a:pt x="7356945" y="81336"/>
                </a:lnTo>
                <a:lnTo>
                  <a:pt x="7393607" y="108753"/>
                </a:lnTo>
                <a:lnTo>
                  <a:pt x="7427427" y="139490"/>
                </a:lnTo>
                <a:lnTo>
                  <a:pt x="7458164" y="173311"/>
                </a:lnTo>
                <a:lnTo>
                  <a:pt x="7485580" y="209974"/>
                </a:lnTo>
                <a:lnTo>
                  <a:pt x="7509434" y="249241"/>
                </a:lnTo>
                <a:lnTo>
                  <a:pt x="7529488" y="290872"/>
                </a:lnTo>
                <a:lnTo>
                  <a:pt x="7545501" y="334628"/>
                </a:lnTo>
                <a:lnTo>
                  <a:pt x="7557236" y="380269"/>
                </a:lnTo>
                <a:lnTo>
                  <a:pt x="7564453" y="427557"/>
                </a:lnTo>
                <a:lnTo>
                  <a:pt x="7565012" y="438631"/>
                </a:lnTo>
                <a:lnTo>
                  <a:pt x="7565012" y="2409362"/>
                </a:lnTo>
                <a:lnTo>
                  <a:pt x="7557236" y="2467727"/>
                </a:lnTo>
                <a:lnTo>
                  <a:pt x="7545501" y="2513369"/>
                </a:lnTo>
                <a:lnTo>
                  <a:pt x="7529488" y="2557126"/>
                </a:lnTo>
                <a:lnTo>
                  <a:pt x="7509434" y="2598757"/>
                </a:lnTo>
                <a:lnTo>
                  <a:pt x="7485580" y="2638024"/>
                </a:lnTo>
                <a:lnTo>
                  <a:pt x="7458164" y="2674687"/>
                </a:lnTo>
                <a:lnTo>
                  <a:pt x="7427427" y="2708507"/>
                </a:lnTo>
                <a:lnTo>
                  <a:pt x="7393607" y="2739244"/>
                </a:lnTo>
                <a:lnTo>
                  <a:pt x="7356945" y="2766659"/>
                </a:lnTo>
                <a:lnTo>
                  <a:pt x="7317678" y="2790514"/>
                </a:lnTo>
                <a:lnTo>
                  <a:pt x="7276046" y="2810567"/>
                </a:lnTo>
                <a:lnTo>
                  <a:pt x="7232290" y="2826581"/>
                </a:lnTo>
                <a:lnTo>
                  <a:pt x="7186647" y="2838316"/>
                </a:lnTo>
                <a:lnTo>
                  <a:pt x="7139358" y="2845532"/>
                </a:lnTo>
                <a:lnTo>
                  <a:pt x="7090661" y="284800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55995" y="2129539"/>
            <a:ext cx="3164840" cy="686435"/>
          </a:xfrm>
          <a:custGeom>
            <a:avLst/>
            <a:gdLst/>
            <a:ahLst/>
            <a:cxnLst/>
            <a:rect l="l" t="t" r="r" b="b"/>
            <a:pathLst>
              <a:path w="3164840" h="686435">
                <a:moveTo>
                  <a:pt x="2821681" y="685989"/>
                </a:moveTo>
                <a:lnTo>
                  <a:pt x="342995" y="685989"/>
                </a:lnTo>
                <a:lnTo>
                  <a:pt x="289015" y="681716"/>
                </a:lnTo>
                <a:lnTo>
                  <a:pt x="236850" y="669152"/>
                </a:lnTo>
                <a:lnTo>
                  <a:pt x="187422" y="648678"/>
                </a:lnTo>
                <a:lnTo>
                  <a:pt x="141651" y="620676"/>
                </a:lnTo>
                <a:lnTo>
                  <a:pt x="100460" y="585527"/>
                </a:lnTo>
                <a:lnTo>
                  <a:pt x="65312" y="544337"/>
                </a:lnTo>
                <a:lnTo>
                  <a:pt x="37310" y="498567"/>
                </a:lnTo>
                <a:lnTo>
                  <a:pt x="16836" y="449139"/>
                </a:lnTo>
                <a:lnTo>
                  <a:pt x="4272" y="396975"/>
                </a:lnTo>
                <a:lnTo>
                  <a:pt x="0" y="342995"/>
                </a:lnTo>
                <a:lnTo>
                  <a:pt x="4272" y="289014"/>
                </a:lnTo>
                <a:lnTo>
                  <a:pt x="16836" y="236850"/>
                </a:lnTo>
                <a:lnTo>
                  <a:pt x="37310" y="187421"/>
                </a:lnTo>
                <a:lnTo>
                  <a:pt x="65312" y="141651"/>
                </a:lnTo>
                <a:lnTo>
                  <a:pt x="100460" y="100460"/>
                </a:lnTo>
                <a:lnTo>
                  <a:pt x="141651" y="65312"/>
                </a:lnTo>
                <a:lnTo>
                  <a:pt x="187422" y="37310"/>
                </a:lnTo>
                <a:lnTo>
                  <a:pt x="236850" y="16836"/>
                </a:lnTo>
                <a:lnTo>
                  <a:pt x="289015" y="4272"/>
                </a:lnTo>
                <a:lnTo>
                  <a:pt x="342995" y="0"/>
                </a:lnTo>
                <a:lnTo>
                  <a:pt x="2821681" y="0"/>
                </a:lnTo>
                <a:lnTo>
                  <a:pt x="2875661" y="4272"/>
                </a:lnTo>
                <a:lnTo>
                  <a:pt x="2927826" y="16836"/>
                </a:lnTo>
                <a:lnTo>
                  <a:pt x="2977255" y="37310"/>
                </a:lnTo>
                <a:lnTo>
                  <a:pt x="3023026" y="65312"/>
                </a:lnTo>
                <a:lnTo>
                  <a:pt x="3064219" y="100460"/>
                </a:lnTo>
                <a:lnTo>
                  <a:pt x="3099363" y="141651"/>
                </a:lnTo>
                <a:lnTo>
                  <a:pt x="3127365" y="187421"/>
                </a:lnTo>
                <a:lnTo>
                  <a:pt x="3147841" y="236850"/>
                </a:lnTo>
                <a:lnTo>
                  <a:pt x="3160407" y="289014"/>
                </a:lnTo>
                <a:lnTo>
                  <a:pt x="3164681" y="342995"/>
                </a:lnTo>
                <a:lnTo>
                  <a:pt x="3160407" y="396975"/>
                </a:lnTo>
                <a:lnTo>
                  <a:pt x="3147841" y="449139"/>
                </a:lnTo>
                <a:lnTo>
                  <a:pt x="3127365" y="498567"/>
                </a:lnTo>
                <a:lnTo>
                  <a:pt x="3099363" y="544337"/>
                </a:lnTo>
                <a:lnTo>
                  <a:pt x="3064219" y="585527"/>
                </a:lnTo>
                <a:lnTo>
                  <a:pt x="3023026" y="620676"/>
                </a:lnTo>
                <a:lnTo>
                  <a:pt x="2977255" y="648678"/>
                </a:lnTo>
                <a:lnTo>
                  <a:pt x="2927826" y="669152"/>
                </a:lnTo>
                <a:lnTo>
                  <a:pt x="2875661" y="681716"/>
                </a:lnTo>
                <a:lnTo>
                  <a:pt x="2821681" y="685989"/>
                </a:lnTo>
                <a:close/>
              </a:path>
            </a:pathLst>
          </a:custGeom>
          <a:solidFill>
            <a:srgbClr val="D8D8D8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94" y="2465929"/>
            <a:ext cx="5324459" cy="697229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984302" y="3066775"/>
            <a:ext cx="6275705" cy="871219"/>
          </a:xfrm>
          <a:custGeom>
            <a:avLst/>
            <a:gdLst/>
            <a:ahLst/>
            <a:cxnLst/>
            <a:rect l="l" t="t" r="r" b="b"/>
            <a:pathLst>
              <a:path w="6275705" h="871220">
                <a:moveTo>
                  <a:pt x="5840180" y="870904"/>
                </a:moveTo>
                <a:lnTo>
                  <a:pt x="435467" y="870904"/>
                </a:lnTo>
                <a:lnTo>
                  <a:pt x="386332" y="868125"/>
                </a:lnTo>
                <a:lnTo>
                  <a:pt x="338203" y="859905"/>
                </a:lnTo>
                <a:lnTo>
                  <a:pt x="291504" y="846420"/>
                </a:lnTo>
                <a:lnTo>
                  <a:pt x="246664" y="827845"/>
                </a:lnTo>
                <a:lnTo>
                  <a:pt x="204109" y="804357"/>
                </a:lnTo>
                <a:lnTo>
                  <a:pt x="164265" y="776132"/>
                </a:lnTo>
                <a:lnTo>
                  <a:pt x="127558" y="743346"/>
                </a:lnTo>
                <a:lnTo>
                  <a:pt x="94781" y="706639"/>
                </a:lnTo>
                <a:lnTo>
                  <a:pt x="66560" y="666796"/>
                </a:lnTo>
                <a:lnTo>
                  <a:pt x="43072" y="624242"/>
                </a:lnTo>
                <a:lnTo>
                  <a:pt x="24494" y="579405"/>
                </a:lnTo>
                <a:lnTo>
                  <a:pt x="11004" y="532712"/>
                </a:lnTo>
                <a:lnTo>
                  <a:pt x="2780" y="484591"/>
                </a:lnTo>
                <a:lnTo>
                  <a:pt x="0" y="435467"/>
                </a:lnTo>
                <a:lnTo>
                  <a:pt x="2780" y="386332"/>
                </a:lnTo>
                <a:lnTo>
                  <a:pt x="11004" y="338203"/>
                </a:lnTo>
                <a:lnTo>
                  <a:pt x="24494" y="291504"/>
                </a:lnTo>
                <a:lnTo>
                  <a:pt x="43072" y="246664"/>
                </a:lnTo>
                <a:lnTo>
                  <a:pt x="66560" y="204109"/>
                </a:lnTo>
                <a:lnTo>
                  <a:pt x="94781" y="164265"/>
                </a:lnTo>
                <a:lnTo>
                  <a:pt x="127558" y="127558"/>
                </a:lnTo>
                <a:lnTo>
                  <a:pt x="164265" y="94781"/>
                </a:lnTo>
                <a:lnTo>
                  <a:pt x="204109" y="66560"/>
                </a:lnTo>
                <a:lnTo>
                  <a:pt x="246664" y="43072"/>
                </a:lnTo>
                <a:lnTo>
                  <a:pt x="291504" y="24494"/>
                </a:lnTo>
                <a:lnTo>
                  <a:pt x="338203" y="11004"/>
                </a:lnTo>
                <a:lnTo>
                  <a:pt x="386332" y="2780"/>
                </a:lnTo>
                <a:lnTo>
                  <a:pt x="435467" y="0"/>
                </a:lnTo>
                <a:lnTo>
                  <a:pt x="5840180" y="0"/>
                </a:lnTo>
                <a:lnTo>
                  <a:pt x="5889315" y="2780"/>
                </a:lnTo>
                <a:lnTo>
                  <a:pt x="5937445" y="11004"/>
                </a:lnTo>
                <a:lnTo>
                  <a:pt x="5984143" y="24494"/>
                </a:lnTo>
                <a:lnTo>
                  <a:pt x="6028983" y="43072"/>
                </a:lnTo>
                <a:lnTo>
                  <a:pt x="6071539" y="66560"/>
                </a:lnTo>
                <a:lnTo>
                  <a:pt x="6111383" y="94781"/>
                </a:lnTo>
                <a:lnTo>
                  <a:pt x="6148089" y="127558"/>
                </a:lnTo>
                <a:lnTo>
                  <a:pt x="6180865" y="164265"/>
                </a:lnTo>
                <a:lnTo>
                  <a:pt x="6209082" y="204109"/>
                </a:lnTo>
                <a:lnTo>
                  <a:pt x="6232564" y="246664"/>
                </a:lnTo>
                <a:lnTo>
                  <a:pt x="6251135" y="291504"/>
                </a:lnTo>
                <a:lnTo>
                  <a:pt x="6264619" y="338203"/>
                </a:lnTo>
                <a:lnTo>
                  <a:pt x="6272839" y="386332"/>
                </a:lnTo>
                <a:lnTo>
                  <a:pt x="6275618" y="435467"/>
                </a:lnTo>
                <a:lnTo>
                  <a:pt x="6272839" y="484591"/>
                </a:lnTo>
                <a:lnTo>
                  <a:pt x="6264619" y="532712"/>
                </a:lnTo>
                <a:lnTo>
                  <a:pt x="6251135" y="579405"/>
                </a:lnTo>
                <a:lnTo>
                  <a:pt x="6232564" y="624242"/>
                </a:lnTo>
                <a:lnTo>
                  <a:pt x="6209082" y="666796"/>
                </a:lnTo>
                <a:lnTo>
                  <a:pt x="6180865" y="706639"/>
                </a:lnTo>
                <a:lnTo>
                  <a:pt x="6148089" y="743346"/>
                </a:lnTo>
                <a:lnTo>
                  <a:pt x="6111383" y="776132"/>
                </a:lnTo>
                <a:lnTo>
                  <a:pt x="6071539" y="804357"/>
                </a:lnTo>
                <a:lnTo>
                  <a:pt x="6028983" y="827845"/>
                </a:lnTo>
                <a:lnTo>
                  <a:pt x="5984143" y="846420"/>
                </a:lnTo>
                <a:lnTo>
                  <a:pt x="5937445" y="859905"/>
                </a:lnTo>
                <a:lnTo>
                  <a:pt x="5889315" y="868125"/>
                </a:lnTo>
                <a:lnTo>
                  <a:pt x="5840180" y="870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984302" y="4166280"/>
            <a:ext cx="6275705" cy="871219"/>
          </a:xfrm>
          <a:custGeom>
            <a:avLst/>
            <a:gdLst/>
            <a:ahLst/>
            <a:cxnLst/>
            <a:rect l="l" t="t" r="r" b="b"/>
            <a:pathLst>
              <a:path w="6275705" h="871220">
                <a:moveTo>
                  <a:pt x="5840180" y="870874"/>
                </a:moveTo>
                <a:lnTo>
                  <a:pt x="435467" y="870874"/>
                </a:lnTo>
                <a:lnTo>
                  <a:pt x="386332" y="868095"/>
                </a:lnTo>
                <a:lnTo>
                  <a:pt x="338203" y="859875"/>
                </a:lnTo>
                <a:lnTo>
                  <a:pt x="291504" y="846392"/>
                </a:lnTo>
                <a:lnTo>
                  <a:pt x="246664" y="827820"/>
                </a:lnTo>
                <a:lnTo>
                  <a:pt x="204109" y="804338"/>
                </a:lnTo>
                <a:lnTo>
                  <a:pt x="164265" y="776121"/>
                </a:lnTo>
                <a:lnTo>
                  <a:pt x="127558" y="743346"/>
                </a:lnTo>
                <a:lnTo>
                  <a:pt x="94781" y="706630"/>
                </a:lnTo>
                <a:lnTo>
                  <a:pt x="66560" y="666782"/>
                </a:lnTo>
                <a:lnTo>
                  <a:pt x="43072" y="624227"/>
                </a:lnTo>
                <a:lnTo>
                  <a:pt x="24494" y="579390"/>
                </a:lnTo>
                <a:lnTo>
                  <a:pt x="11004" y="532696"/>
                </a:lnTo>
                <a:lnTo>
                  <a:pt x="2780" y="484570"/>
                </a:lnTo>
                <a:lnTo>
                  <a:pt x="0" y="435437"/>
                </a:lnTo>
                <a:lnTo>
                  <a:pt x="2780" y="386302"/>
                </a:lnTo>
                <a:lnTo>
                  <a:pt x="11004" y="338172"/>
                </a:lnTo>
                <a:lnTo>
                  <a:pt x="24494" y="291474"/>
                </a:lnTo>
                <a:lnTo>
                  <a:pt x="43072" y="246634"/>
                </a:lnTo>
                <a:lnTo>
                  <a:pt x="66560" y="204078"/>
                </a:lnTo>
                <a:lnTo>
                  <a:pt x="94781" y="164234"/>
                </a:lnTo>
                <a:lnTo>
                  <a:pt x="127558" y="127528"/>
                </a:lnTo>
                <a:lnTo>
                  <a:pt x="164265" y="94753"/>
                </a:lnTo>
                <a:lnTo>
                  <a:pt x="204109" y="66536"/>
                </a:lnTo>
                <a:lnTo>
                  <a:pt x="246664" y="43053"/>
                </a:lnTo>
                <a:lnTo>
                  <a:pt x="291504" y="24482"/>
                </a:lnTo>
                <a:lnTo>
                  <a:pt x="338203" y="10998"/>
                </a:lnTo>
                <a:lnTo>
                  <a:pt x="386332" y="2779"/>
                </a:lnTo>
                <a:lnTo>
                  <a:pt x="435467" y="0"/>
                </a:lnTo>
                <a:lnTo>
                  <a:pt x="5840180" y="0"/>
                </a:lnTo>
                <a:lnTo>
                  <a:pt x="5889315" y="2779"/>
                </a:lnTo>
                <a:lnTo>
                  <a:pt x="5937445" y="10998"/>
                </a:lnTo>
                <a:lnTo>
                  <a:pt x="5984143" y="24482"/>
                </a:lnTo>
                <a:lnTo>
                  <a:pt x="6028983" y="43053"/>
                </a:lnTo>
                <a:lnTo>
                  <a:pt x="6071539" y="66536"/>
                </a:lnTo>
                <a:lnTo>
                  <a:pt x="6111383" y="94753"/>
                </a:lnTo>
                <a:lnTo>
                  <a:pt x="6148089" y="127528"/>
                </a:lnTo>
                <a:lnTo>
                  <a:pt x="6180865" y="164234"/>
                </a:lnTo>
                <a:lnTo>
                  <a:pt x="6209082" y="204078"/>
                </a:lnTo>
                <a:lnTo>
                  <a:pt x="6232564" y="246634"/>
                </a:lnTo>
                <a:lnTo>
                  <a:pt x="6251135" y="291474"/>
                </a:lnTo>
                <a:lnTo>
                  <a:pt x="6264619" y="338172"/>
                </a:lnTo>
                <a:lnTo>
                  <a:pt x="6272839" y="386302"/>
                </a:lnTo>
                <a:lnTo>
                  <a:pt x="6275618" y="435437"/>
                </a:lnTo>
                <a:lnTo>
                  <a:pt x="6272839" y="484570"/>
                </a:lnTo>
                <a:lnTo>
                  <a:pt x="6264619" y="532696"/>
                </a:lnTo>
                <a:lnTo>
                  <a:pt x="6251135" y="579390"/>
                </a:lnTo>
                <a:lnTo>
                  <a:pt x="6232564" y="624227"/>
                </a:lnTo>
                <a:lnTo>
                  <a:pt x="6209082" y="666782"/>
                </a:lnTo>
                <a:lnTo>
                  <a:pt x="6180865" y="706630"/>
                </a:lnTo>
                <a:lnTo>
                  <a:pt x="6148089" y="743346"/>
                </a:lnTo>
                <a:lnTo>
                  <a:pt x="6111383" y="776121"/>
                </a:lnTo>
                <a:lnTo>
                  <a:pt x="6071539" y="804338"/>
                </a:lnTo>
                <a:lnTo>
                  <a:pt x="6028983" y="827820"/>
                </a:lnTo>
                <a:lnTo>
                  <a:pt x="5984143" y="846392"/>
                </a:lnTo>
                <a:lnTo>
                  <a:pt x="5937445" y="859875"/>
                </a:lnTo>
                <a:lnTo>
                  <a:pt x="5889315" y="868095"/>
                </a:lnTo>
                <a:lnTo>
                  <a:pt x="5840180" y="8708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407133" y="2229808"/>
            <a:ext cx="3437890" cy="25584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10"/>
              </a:spcBef>
            </a:pPr>
            <a:r>
              <a:rPr sz="2400" spc="-190" dirty="0">
                <a:solidFill>
                  <a:srgbClr val="6D8599"/>
                </a:solidFill>
                <a:latin typeface="Arial Black"/>
                <a:cs typeface="Arial Black"/>
              </a:rPr>
              <a:t>AI</a:t>
            </a:r>
            <a:r>
              <a:rPr sz="2400" spc="-225" dirty="0">
                <a:solidFill>
                  <a:srgbClr val="6D8599"/>
                </a:solidFill>
                <a:latin typeface="Arial Black"/>
                <a:cs typeface="Arial Black"/>
              </a:rPr>
              <a:t> </a:t>
            </a:r>
            <a:r>
              <a:rPr sz="2700" b="1" spc="-470" dirty="0">
                <a:solidFill>
                  <a:srgbClr val="6D8599"/>
                </a:solidFill>
                <a:latin typeface="Malgun Gothic"/>
                <a:cs typeface="Malgun Gothic"/>
              </a:rPr>
              <a:t>서비스</a:t>
            </a:r>
            <a:r>
              <a:rPr sz="2700" b="1" spc="-475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sz="2700" b="1" spc="-495" dirty="0">
                <a:solidFill>
                  <a:srgbClr val="6D8599"/>
                </a:solidFill>
                <a:latin typeface="Malgun Gothic"/>
                <a:cs typeface="Malgun Gothic"/>
              </a:rPr>
              <a:t>기획안</a:t>
            </a:r>
            <a:endParaRPr sz="2700" dirty="0">
              <a:latin typeface="Malgun Gothic"/>
              <a:cs typeface="Malgun Gothic"/>
            </a:endParaRPr>
          </a:p>
          <a:p>
            <a:pPr marL="12700" marR="5080" indent="316230">
              <a:lnSpc>
                <a:spcPts val="8660"/>
              </a:lnSpc>
              <a:spcBef>
                <a:spcPts val="365"/>
              </a:spcBef>
            </a:pPr>
            <a:r>
              <a:rPr sz="2400" spc="-200" dirty="0">
                <a:solidFill>
                  <a:srgbClr val="231F20"/>
                </a:solidFill>
                <a:latin typeface="Verdana"/>
                <a:cs typeface="Verdana"/>
              </a:rPr>
              <a:t>(a4</a:t>
            </a:r>
            <a:r>
              <a:rPr sz="2400" spc="-4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2700" spc="-585" dirty="0">
                <a:solidFill>
                  <a:srgbClr val="231F20"/>
                </a:solidFill>
                <a:latin typeface="Malgun Gothic"/>
                <a:cs typeface="Malgun Gothic"/>
              </a:rPr>
              <a:t>인쇄</a:t>
            </a:r>
            <a:r>
              <a:rPr sz="2700" spc="-41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700" spc="-480" dirty="0">
                <a:solidFill>
                  <a:srgbClr val="231F20"/>
                </a:solidFill>
                <a:latin typeface="Malgun Gothic"/>
                <a:cs typeface="Malgun Gothic"/>
              </a:rPr>
              <a:t>기준</a:t>
            </a:r>
            <a:r>
              <a:rPr sz="2400" spc="-480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2400" spc="-4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231F20"/>
                </a:solidFill>
                <a:latin typeface="Verdana"/>
                <a:cs typeface="Verdana"/>
              </a:rPr>
              <a:t>2P</a:t>
            </a:r>
            <a:r>
              <a:rPr sz="2400" spc="-4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2700" spc="-610" dirty="0">
                <a:solidFill>
                  <a:srgbClr val="231F20"/>
                </a:solidFill>
                <a:latin typeface="Malgun Gothic"/>
                <a:cs typeface="Malgun Gothic"/>
              </a:rPr>
              <a:t>이내 </a:t>
            </a:r>
            <a:r>
              <a:rPr sz="2400" spc="-120" dirty="0">
                <a:solidFill>
                  <a:srgbClr val="231F20"/>
                </a:solidFill>
                <a:latin typeface="Verdana"/>
                <a:cs typeface="Verdana"/>
              </a:rPr>
              <a:t>Markdown,</a:t>
            </a:r>
            <a:r>
              <a:rPr sz="2400" spc="-3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231F20"/>
                </a:solidFill>
                <a:latin typeface="Verdana"/>
                <a:cs typeface="Verdana"/>
              </a:rPr>
              <a:t>Word,</a:t>
            </a:r>
            <a:r>
              <a:rPr sz="2400" spc="-37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2700" spc="-509" dirty="0">
                <a:solidFill>
                  <a:srgbClr val="231F20"/>
                </a:solidFill>
                <a:latin typeface="Malgun Gothic"/>
                <a:cs typeface="Malgun Gothic"/>
              </a:rPr>
              <a:t>한글</a:t>
            </a:r>
            <a:r>
              <a:rPr sz="2700" spc="-55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700" spc="-484" dirty="0">
                <a:solidFill>
                  <a:srgbClr val="231F20"/>
                </a:solidFill>
                <a:latin typeface="Malgun Gothic"/>
                <a:cs typeface="Malgun Gothic"/>
              </a:rPr>
              <a:t>등</a:t>
            </a:r>
            <a:endParaRPr sz="2700" dirty="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338667" y="5953504"/>
            <a:ext cx="7564120" cy="3416935"/>
            <a:chOff x="9338667" y="5953504"/>
            <a:chExt cx="7564120" cy="3416935"/>
          </a:xfrm>
        </p:grpSpPr>
        <p:sp>
          <p:nvSpPr>
            <p:cNvPr id="9" name="object 9"/>
            <p:cNvSpPr/>
            <p:nvPr/>
          </p:nvSpPr>
          <p:spPr>
            <a:xfrm>
              <a:off x="9338667" y="6296499"/>
              <a:ext cx="7564120" cy="3074035"/>
            </a:xfrm>
            <a:custGeom>
              <a:avLst/>
              <a:gdLst/>
              <a:ahLst/>
              <a:cxnLst/>
              <a:rect l="l" t="t" r="r" b="b"/>
              <a:pathLst>
                <a:path w="7564119" h="3074034">
                  <a:moveTo>
                    <a:pt x="7090660" y="3073437"/>
                  </a:moveTo>
                  <a:lnTo>
                    <a:pt x="476257" y="3073437"/>
                  </a:lnTo>
                  <a:lnTo>
                    <a:pt x="427561" y="3070989"/>
                  </a:lnTo>
                  <a:lnTo>
                    <a:pt x="380271" y="3063771"/>
                  </a:lnTo>
                  <a:lnTo>
                    <a:pt x="334629" y="3052035"/>
                  </a:lnTo>
                  <a:lnTo>
                    <a:pt x="290872" y="3036019"/>
                  </a:lnTo>
                  <a:lnTo>
                    <a:pt x="249241" y="3015964"/>
                  </a:lnTo>
                  <a:lnTo>
                    <a:pt x="209974" y="2992108"/>
                  </a:lnTo>
                  <a:lnTo>
                    <a:pt x="173311" y="2964691"/>
                  </a:lnTo>
                  <a:lnTo>
                    <a:pt x="139491" y="2933952"/>
                  </a:lnTo>
                  <a:lnTo>
                    <a:pt x="108754" y="2900131"/>
                  </a:lnTo>
                  <a:lnTo>
                    <a:pt x="81339" y="2863467"/>
                  </a:lnTo>
                  <a:lnTo>
                    <a:pt x="57485" y="2824200"/>
                  </a:lnTo>
                  <a:lnTo>
                    <a:pt x="37431" y="2782570"/>
                  </a:lnTo>
                  <a:lnTo>
                    <a:pt x="21417" y="2738815"/>
                  </a:lnTo>
                  <a:lnTo>
                    <a:pt x="9682" y="2693175"/>
                  </a:lnTo>
                  <a:lnTo>
                    <a:pt x="2466" y="2645889"/>
                  </a:lnTo>
                  <a:lnTo>
                    <a:pt x="0" y="2597198"/>
                  </a:lnTo>
                  <a:lnTo>
                    <a:pt x="0" y="476247"/>
                  </a:lnTo>
                  <a:lnTo>
                    <a:pt x="2466" y="427555"/>
                  </a:lnTo>
                  <a:lnTo>
                    <a:pt x="9682" y="380270"/>
                  </a:lnTo>
                  <a:lnTo>
                    <a:pt x="21417" y="334630"/>
                  </a:lnTo>
                  <a:lnTo>
                    <a:pt x="37431" y="290875"/>
                  </a:lnTo>
                  <a:lnTo>
                    <a:pt x="57485" y="249244"/>
                  </a:lnTo>
                  <a:lnTo>
                    <a:pt x="81339" y="209977"/>
                  </a:lnTo>
                  <a:lnTo>
                    <a:pt x="108754" y="173313"/>
                  </a:lnTo>
                  <a:lnTo>
                    <a:pt x="139491" y="139493"/>
                  </a:lnTo>
                  <a:lnTo>
                    <a:pt x="173311" y="108754"/>
                  </a:lnTo>
                  <a:lnTo>
                    <a:pt x="209974" y="81337"/>
                  </a:lnTo>
                  <a:lnTo>
                    <a:pt x="249241" y="57481"/>
                  </a:lnTo>
                  <a:lnTo>
                    <a:pt x="290872" y="37425"/>
                  </a:lnTo>
                  <a:lnTo>
                    <a:pt x="334629" y="21409"/>
                  </a:lnTo>
                  <a:lnTo>
                    <a:pt x="380271" y="9673"/>
                  </a:lnTo>
                  <a:lnTo>
                    <a:pt x="427561" y="2456"/>
                  </a:lnTo>
                  <a:lnTo>
                    <a:pt x="476257" y="0"/>
                  </a:lnTo>
                  <a:lnTo>
                    <a:pt x="7090660" y="0"/>
                  </a:lnTo>
                  <a:lnTo>
                    <a:pt x="7139357" y="2456"/>
                  </a:lnTo>
                  <a:lnTo>
                    <a:pt x="7186646" y="9673"/>
                  </a:lnTo>
                  <a:lnTo>
                    <a:pt x="7232289" y="21409"/>
                  </a:lnTo>
                  <a:lnTo>
                    <a:pt x="7276045" y="37425"/>
                  </a:lnTo>
                  <a:lnTo>
                    <a:pt x="7317677" y="57481"/>
                  </a:lnTo>
                  <a:lnTo>
                    <a:pt x="7356943" y="81337"/>
                  </a:lnTo>
                  <a:lnTo>
                    <a:pt x="7393606" y="108754"/>
                  </a:lnTo>
                  <a:lnTo>
                    <a:pt x="7427426" y="139493"/>
                  </a:lnTo>
                  <a:lnTo>
                    <a:pt x="7458163" y="173313"/>
                  </a:lnTo>
                  <a:lnTo>
                    <a:pt x="7485579" y="209977"/>
                  </a:lnTo>
                  <a:lnTo>
                    <a:pt x="7509433" y="249244"/>
                  </a:lnTo>
                  <a:lnTo>
                    <a:pt x="7529486" y="290875"/>
                  </a:lnTo>
                  <a:lnTo>
                    <a:pt x="7545500" y="334630"/>
                  </a:lnTo>
                  <a:lnTo>
                    <a:pt x="7557235" y="380270"/>
                  </a:lnTo>
                  <a:lnTo>
                    <a:pt x="7563536" y="421558"/>
                  </a:lnTo>
                  <a:lnTo>
                    <a:pt x="7563536" y="2651887"/>
                  </a:lnTo>
                  <a:lnTo>
                    <a:pt x="7557235" y="2693175"/>
                  </a:lnTo>
                  <a:lnTo>
                    <a:pt x="7545500" y="2738815"/>
                  </a:lnTo>
                  <a:lnTo>
                    <a:pt x="7529486" y="2782570"/>
                  </a:lnTo>
                  <a:lnTo>
                    <a:pt x="7509433" y="2824200"/>
                  </a:lnTo>
                  <a:lnTo>
                    <a:pt x="7485579" y="2863467"/>
                  </a:lnTo>
                  <a:lnTo>
                    <a:pt x="7458163" y="2900131"/>
                  </a:lnTo>
                  <a:lnTo>
                    <a:pt x="7427426" y="2933952"/>
                  </a:lnTo>
                  <a:lnTo>
                    <a:pt x="7393606" y="2964691"/>
                  </a:lnTo>
                  <a:lnTo>
                    <a:pt x="7356943" y="2992108"/>
                  </a:lnTo>
                  <a:lnTo>
                    <a:pt x="7317677" y="3015964"/>
                  </a:lnTo>
                  <a:lnTo>
                    <a:pt x="7276045" y="3036019"/>
                  </a:lnTo>
                  <a:lnTo>
                    <a:pt x="7232289" y="3052035"/>
                  </a:lnTo>
                  <a:lnTo>
                    <a:pt x="7186646" y="3063771"/>
                  </a:lnTo>
                  <a:lnTo>
                    <a:pt x="7139357" y="3070989"/>
                  </a:lnTo>
                  <a:lnTo>
                    <a:pt x="7090660" y="30734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21162" y="5953504"/>
              <a:ext cx="1602105" cy="686435"/>
            </a:xfrm>
            <a:custGeom>
              <a:avLst/>
              <a:gdLst/>
              <a:ahLst/>
              <a:cxnLst/>
              <a:rect l="l" t="t" r="r" b="b"/>
              <a:pathLst>
                <a:path w="1602105" h="686434">
                  <a:moveTo>
                    <a:pt x="1258926" y="685989"/>
                  </a:moveTo>
                  <a:lnTo>
                    <a:pt x="342993" y="685989"/>
                  </a:lnTo>
                  <a:lnTo>
                    <a:pt x="289014" y="681716"/>
                  </a:lnTo>
                  <a:lnTo>
                    <a:pt x="236849" y="669152"/>
                  </a:lnTo>
                  <a:lnTo>
                    <a:pt x="187421" y="648678"/>
                  </a:lnTo>
                  <a:lnTo>
                    <a:pt x="141651" y="620676"/>
                  </a:lnTo>
                  <a:lnTo>
                    <a:pt x="100460" y="585527"/>
                  </a:lnTo>
                  <a:lnTo>
                    <a:pt x="65312" y="544337"/>
                  </a:lnTo>
                  <a:lnTo>
                    <a:pt x="37310" y="498567"/>
                  </a:lnTo>
                  <a:lnTo>
                    <a:pt x="16836" y="449139"/>
                  </a:lnTo>
                  <a:lnTo>
                    <a:pt x="4272" y="396975"/>
                  </a:lnTo>
                  <a:lnTo>
                    <a:pt x="0" y="342995"/>
                  </a:lnTo>
                  <a:lnTo>
                    <a:pt x="4272" y="289014"/>
                  </a:lnTo>
                  <a:lnTo>
                    <a:pt x="16836" y="236850"/>
                  </a:lnTo>
                  <a:lnTo>
                    <a:pt x="37310" y="187421"/>
                  </a:lnTo>
                  <a:lnTo>
                    <a:pt x="65312" y="141651"/>
                  </a:lnTo>
                  <a:lnTo>
                    <a:pt x="100460" y="100460"/>
                  </a:lnTo>
                  <a:lnTo>
                    <a:pt x="141651" y="65312"/>
                  </a:lnTo>
                  <a:lnTo>
                    <a:pt x="187421" y="37310"/>
                  </a:lnTo>
                  <a:lnTo>
                    <a:pt x="236849" y="16836"/>
                  </a:lnTo>
                  <a:lnTo>
                    <a:pt x="289014" y="4272"/>
                  </a:lnTo>
                  <a:lnTo>
                    <a:pt x="342993" y="0"/>
                  </a:lnTo>
                  <a:lnTo>
                    <a:pt x="1258926" y="0"/>
                  </a:lnTo>
                  <a:lnTo>
                    <a:pt x="1312908" y="4272"/>
                  </a:lnTo>
                  <a:lnTo>
                    <a:pt x="1365073" y="16836"/>
                  </a:lnTo>
                  <a:lnTo>
                    <a:pt x="1414501" y="37310"/>
                  </a:lnTo>
                  <a:lnTo>
                    <a:pt x="1460271" y="65312"/>
                  </a:lnTo>
                  <a:lnTo>
                    <a:pt x="1501462" y="100460"/>
                  </a:lnTo>
                  <a:lnTo>
                    <a:pt x="1536611" y="141651"/>
                  </a:lnTo>
                  <a:lnTo>
                    <a:pt x="1564613" y="187421"/>
                  </a:lnTo>
                  <a:lnTo>
                    <a:pt x="1585087" y="236850"/>
                  </a:lnTo>
                  <a:lnTo>
                    <a:pt x="1597651" y="289014"/>
                  </a:lnTo>
                  <a:lnTo>
                    <a:pt x="1601924" y="342995"/>
                  </a:lnTo>
                  <a:lnTo>
                    <a:pt x="1597651" y="396975"/>
                  </a:lnTo>
                  <a:lnTo>
                    <a:pt x="1585087" y="449139"/>
                  </a:lnTo>
                  <a:lnTo>
                    <a:pt x="1564613" y="498567"/>
                  </a:lnTo>
                  <a:lnTo>
                    <a:pt x="1536611" y="544337"/>
                  </a:lnTo>
                  <a:lnTo>
                    <a:pt x="1501462" y="585527"/>
                  </a:lnTo>
                  <a:lnTo>
                    <a:pt x="1460271" y="620676"/>
                  </a:lnTo>
                  <a:lnTo>
                    <a:pt x="1414501" y="648678"/>
                  </a:lnTo>
                  <a:lnTo>
                    <a:pt x="1365073" y="669152"/>
                  </a:lnTo>
                  <a:lnTo>
                    <a:pt x="1312908" y="681716"/>
                  </a:lnTo>
                  <a:lnTo>
                    <a:pt x="1258926" y="685989"/>
                  </a:lnTo>
                  <a:close/>
                </a:path>
              </a:pathLst>
            </a:custGeom>
            <a:solidFill>
              <a:srgbClr val="D8D8D8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68179" y="6868095"/>
              <a:ext cx="6275705" cy="1970405"/>
            </a:xfrm>
            <a:custGeom>
              <a:avLst/>
              <a:gdLst/>
              <a:ahLst/>
              <a:cxnLst/>
              <a:rect l="l" t="t" r="r" b="b"/>
              <a:pathLst>
                <a:path w="6275705" h="1970404">
                  <a:moveTo>
                    <a:pt x="6275590" y="1534934"/>
                  </a:moveTo>
                  <a:lnTo>
                    <a:pt x="6272809" y="1485811"/>
                  </a:lnTo>
                  <a:lnTo>
                    <a:pt x="6264592" y="1437678"/>
                  </a:lnTo>
                  <a:lnTo>
                    <a:pt x="6251105" y="1390980"/>
                  </a:lnTo>
                  <a:lnTo>
                    <a:pt x="6232537" y="1346136"/>
                  </a:lnTo>
                  <a:lnTo>
                    <a:pt x="6209055" y="1303578"/>
                  </a:lnTo>
                  <a:lnTo>
                    <a:pt x="6180836" y="1263738"/>
                  </a:lnTo>
                  <a:lnTo>
                    <a:pt x="6148057" y="1227035"/>
                  </a:lnTo>
                  <a:lnTo>
                    <a:pt x="6111354" y="1194257"/>
                  </a:lnTo>
                  <a:lnTo>
                    <a:pt x="6071514" y="1166037"/>
                  </a:lnTo>
                  <a:lnTo>
                    <a:pt x="6028956" y="1142542"/>
                  </a:lnTo>
                  <a:lnTo>
                    <a:pt x="5984113" y="1123962"/>
                  </a:lnTo>
                  <a:lnTo>
                    <a:pt x="5937415" y="1110475"/>
                  </a:lnTo>
                  <a:lnTo>
                    <a:pt x="5889295" y="1102258"/>
                  </a:lnTo>
                  <a:lnTo>
                    <a:pt x="5840158" y="1099477"/>
                  </a:lnTo>
                  <a:lnTo>
                    <a:pt x="435444" y="1099477"/>
                  </a:lnTo>
                  <a:lnTo>
                    <a:pt x="386308" y="1102258"/>
                  </a:lnTo>
                  <a:lnTo>
                    <a:pt x="338175" y="1110475"/>
                  </a:lnTo>
                  <a:lnTo>
                    <a:pt x="291477" y="1123962"/>
                  </a:lnTo>
                  <a:lnTo>
                    <a:pt x="246634" y="1142542"/>
                  </a:lnTo>
                  <a:lnTo>
                    <a:pt x="204076" y="1166037"/>
                  </a:lnTo>
                  <a:lnTo>
                    <a:pt x="164236" y="1194257"/>
                  </a:lnTo>
                  <a:lnTo>
                    <a:pt x="127533" y="1227035"/>
                  </a:lnTo>
                  <a:lnTo>
                    <a:pt x="94754" y="1263738"/>
                  </a:lnTo>
                  <a:lnTo>
                    <a:pt x="66535" y="1303578"/>
                  </a:lnTo>
                  <a:lnTo>
                    <a:pt x="43053" y="1346136"/>
                  </a:lnTo>
                  <a:lnTo>
                    <a:pt x="24485" y="1390980"/>
                  </a:lnTo>
                  <a:lnTo>
                    <a:pt x="10998" y="1437678"/>
                  </a:lnTo>
                  <a:lnTo>
                    <a:pt x="2781" y="1485811"/>
                  </a:lnTo>
                  <a:lnTo>
                    <a:pt x="0" y="1534934"/>
                  </a:lnTo>
                  <a:lnTo>
                    <a:pt x="2781" y="1584071"/>
                  </a:lnTo>
                  <a:lnTo>
                    <a:pt x="10998" y="1632204"/>
                  </a:lnTo>
                  <a:lnTo>
                    <a:pt x="24485" y="1678889"/>
                  </a:lnTo>
                  <a:lnTo>
                    <a:pt x="43053" y="1723720"/>
                  </a:lnTo>
                  <a:lnTo>
                    <a:pt x="66535" y="1766277"/>
                  </a:lnTo>
                  <a:lnTo>
                    <a:pt x="94754" y="1806117"/>
                  </a:lnTo>
                  <a:lnTo>
                    <a:pt x="127533" y="1842820"/>
                  </a:lnTo>
                  <a:lnTo>
                    <a:pt x="164236" y="1875612"/>
                  </a:lnTo>
                  <a:lnTo>
                    <a:pt x="204076" y="1903831"/>
                  </a:lnTo>
                  <a:lnTo>
                    <a:pt x="246634" y="1927313"/>
                  </a:lnTo>
                  <a:lnTo>
                    <a:pt x="291477" y="1945894"/>
                  </a:lnTo>
                  <a:lnTo>
                    <a:pt x="338175" y="1959381"/>
                  </a:lnTo>
                  <a:lnTo>
                    <a:pt x="386308" y="1967598"/>
                  </a:lnTo>
                  <a:lnTo>
                    <a:pt x="435444" y="1970379"/>
                  </a:lnTo>
                  <a:lnTo>
                    <a:pt x="5840158" y="1970379"/>
                  </a:lnTo>
                  <a:lnTo>
                    <a:pt x="5889295" y="1967598"/>
                  </a:lnTo>
                  <a:lnTo>
                    <a:pt x="5937415" y="1959381"/>
                  </a:lnTo>
                  <a:lnTo>
                    <a:pt x="5984113" y="1945894"/>
                  </a:lnTo>
                  <a:lnTo>
                    <a:pt x="6028956" y="1927313"/>
                  </a:lnTo>
                  <a:lnTo>
                    <a:pt x="6071514" y="1903831"/>
                  </a:lnTo>
                  <a:lnTo>
                    <a:pt x="6111354" y="1875612"/>
                  </a:lnTo>
                  <a:lnTo>
                    <a:pt x="6148057" y="1842820"/>
                  </a:lnTo>
                  <a:lnTo>
                    <a:pt x="6180836" y="1806117"/>
                  </a:lnTo>
                  <a:lnTo>
                    <a:pt x="6209055" y="1766277"/>
                  </a:lnTo>
                  <a:lnTo>
                    <a:pt x="6232537" y="1723720"/>
                  </a:lnTo>
                  <a:lnTo>
                    <a:pt x="6251105" y="1678889"/>
                  </a:lnTo>
                  <a:lnTo>
                    <a:pt x="6264592" y="1632204"/>
                  </a:lnTo>
                  <a:lnTo>
                    <a:pt x="6272809" y="1584071"/>
                  </a:lnTo>
                  <a:lnTo>
                    <a:pt x="6275590" y="1534934"/>
                  </a:lnTo>
                  <a:close/>
                </a:path>
                <a:path w="6275705" h="1970404">
                  <a:moveTo>
                    <a:pt x="6275590" y="435432"/>
                  </a:moveTo>
                  <a:lnTo>
                    <a:pt x="6272809" y="386308"/>
                  </a:lnTo>
                  <a:lnTo>
                    <a:pt x="6264592" y="338175"/>
                  </a:lnTo>
                  <a:lnTo>
                    <a:pt x="6251105" y="291490"/>
                  </a:lnTo>
                  <a:lnTo>
                    <a:pt x="6232537" y="246646"/>
                  </a:lnTo>
                  <a:lnTo>
                    <a:pt x="6209055" y="204101"/>
                  </a:lnTo>
                  <a:lnTo>
                    <a:pt x="6180836" y="164261"/>
                  </a:lnTo>
                  <a:lnTo>
                    <a:pt x="6148057" y="127558"/>
                  </a:lnTo>
                  <a:lnTo>
                    <a:pt x="6111354" y="94767"/>
                  </a:lnTo>
                  <a:lnTo>
                    <a:pt x="6071514" y="66548"/>
                  </a:lnTo>
                  <a:lnTo>
                    <a:pt x="6028956" y="43053"/>
                  </a:lnTo>
                  <a:lnTo>
                    <a:pt x="5984113" y="24485"/>
                  </a:lnTo>
                  <a:lnTo>
                    <a:pt x="5937415" y="10998"/>
                  </a:lnTo>
                  <a:lnTo>
                    <a:pt x="5889295" y="2781"/>
                  </a:lnTo>
                  <a:lnTo>
                    <a:pt x="5840158" y="0"/>
                  </a:lnTo>
                  <a:lnTo>
                    <a:pt x="435444" y="0"/>
                  </a:lnTo>
                  <a:lnTo>
                    <a:pt x="386308" y="2781"/>
                  </a:lnTo>
                  <a:lnTo>
                    <a:pt x="338175" y="10998"/>
                  </a:lnTo>
                  <a:lnTo>
                    <a:pt x="291477" y="24485"/>
                  </a:lnTo>
                  <a:lnTo>
                    <a:pt x="246634" y="43053"/>
                  </a:lnTo>
                  <a:lnTo>
                    <a:pt x="204076" y="66548"/>
                  </a:lnTo>
                  <a:lnTo>
                    <a:pt x="164236" y="94767"/>
                  </a:lnTo>
                  <a:lnTo>
                    <a:pt x="127533" y="127558"/>
                  </a:lnTo>
                  <a:lnTo>
                    <a:pt x="94754" y="164261"/>
                  </a:lnTo>
                  <a:lnTo>
                    <a:pt x="66535" y="204101"/>
                  </a:lnTo>
                  <a:lnTo>
                    <a:pt x="43053" y="246646"/>
                  </a:lnTo>
                  <a:lnTo>
                    <a:pt x="24485" y="291490"/>
                  </a:lnTo>
                  <a:lnTo>
                    <a:pt x="10998" y="338175"/>
                  </a:lnTo>
                  <a:lnTo>
                    <a:pt x="2781" y="386308"/>
                  </a:lnTo>
                  <a:lnTo>
                    <a:pt x="0" y="435432"/>
                  </a:lnTo>
                  <a:lnTo>
                    <a:pt x="2781" y="484568"/>
                  </a:lnTo>
                  <a:lnTo>
                    <a:pt x="10998" y="532701"/>
                  </a:lnTo>
                  <a:lnTo>
                    <a:pt x="24485" y="579399"/>
                  </a:lnTo>
                  <a:lnTo>
                    <a:pt x="43053" y="624243"/>
                  </a:lnTo>
                  <a:lnTo>
                    <a:pt x="66535" y="666788"/>
                  </a:lnTo>
                  <a:lnTo>
                    <a:pt x="94754" y="706640"/>
                  </a:lnTo>
                  <a:lnTo>
                    <a:pt x="127533" y="743343"/>
                  </a:lnTo>
                  <a:lnTo>
                    <a:pt x="164236" y="776122"/>
                  </a:lnTo>
                  <a:lnTo>
                    <a:pt x="204076" y="804341"/>
                  </a:lnTo>
                  <a:lnTo>
                    <a:pt x="246634" y="827824"/>
                  </a:lnTo>
                  <a:lnTo>
                    <a:pt x="291477" y="846391"/>
                  </a:lnTo>
                  <a:lnTo>
                    <a:pt x="338175" y="859878"/>
                  </a:lnTo>
                  <a:lnTo>
                    <a:pt x="386308" y="868095"/>
                  </a:lnTo>
                  <a:lnTo>
                    <a:pt x="435444" y="870877"/>
                  </a:lnTo>
                  <a:lnTo>
                    <a:pt x="5840158" y="870877"/>
                  </a:lnTo>
                  <a:lnTo>
                    <a:pt x="5889295" y="868095"/>
                  </a:lnTo>
                  <a:lnTo>
                    <a:pt x="5937415" y="859878"/>
                  </a:lnTo>
                  <a:lnTo>
                    <a:pt x="5984113" y="846391"/>
                  </a:lnTo>
                  <a:lnTo>
                    <a:pt x="6028956" y="827824"/>
                  </a:lnTo>
                  <a:lnTo>
                    <a:pt x="6071514" y="804341"/>
                  </a:lnTo>
                  <a:lnTo>
                    <a:pt x="6111354" y="776122"/>
                  </a:lnTo>
                  <a:lnTo>
                    <a:pt x="6148057" y="743343"/>
                  </a:lnTo>
                  <a:lnTo>
                    <a:pt x="6180836" y="706640"/>
                  </a:lnTo>
                  <a:lnTo>
                    <a:pt x="6209055" y="666788"/>
                  </a:lnTo>
                  <a:lnTo>
                    <a:pt x="6232537" y="624243"/>
                  </a:lnTo>
                  <a:lnTo>
                    <a:pt x="6251105" y="579399"/>
                  </a:lnTo>
                  <a:lnTo>
                    <a:pt x="6264592" y="532701"/>
                  </a:lnTo>
                  <a:lnTo>
                    <a:pt x="6272809" y="484568"/>
                  </a:lnTo>
                  <a:lnTo>
                    <a:pt x="6275590" y="435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389897" y="6053780"/>
            <a:ext cx="1832610" cy="2536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110"/>
              </a:spcBef>
            </a:pPr>
            <a:r>
              <a:rPr sz="2700" b="1" spc="-505" dirty="0">
                <a:solidFill>
                  <a:srgbClr val="6D8599"/>
                </a:solidFill>
                <a:latin typeface="Malgun Gothic"/>
                <a:cs typeface="Malgun Gothic"/>
              </a:rPr>
              <a:t>발표자료</a:t>
            </a:r>
            <a:endParaRPr sz="2700">
              <a:latin typeface="Malgun Gothic"/>
              <a:cs typeface="Malgun Gothic"/>
            </a:endParaRPr>
          </a:p>
          <a:p>
            <a:pPr marL="12700" marR="5080" indent="321945">
              <a:lnSpc>
                <a:spcPts val="8660"/>
              </a:lnSpc>
              <a:spcBef>
                <a:spcPts val="185"/>
              </a:spcBef>
            </a:pPr>
            <a:r>
              <a:rPr sz="2400" spc="-60" dirty="0">
                <a:solidFill>
                  <a:srgbClr val="231F20"/>
                </a:solidFill>
                <a:latin typeface="Verdana"/>
                <a:cs typeface="Verdana"/>
              </a:rPr>
              <a:t>10P</a:t>
            </a:r>
            <a:r>
              <a:rPr sz="2400" spc="-3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2700" spc="-610" dirty="0">
                <a:solidFill>
                  <a:srgbClr val="231F20"/>
                </a:solidFill>
                <a:latin typeface="Malgun Gothic"/>
                <a:cs typeface="Malgun Gothic"/>
              </a:rPr>
              <a:t>이내 </a:t>
            </a:r>
            <a:r>
              <a:rPr sz="2400" spc="-10" dirty="0">
                <a:solidFill>
                  <a:srgbClr val="231F20"/>
                </a:solidFill>
                <a:latin typeface="Verdana"/>
                <a:cs typeface="Verdana"/>
              </a:rPr>
              <a:t>PPT</a:t>
            </a:r>
            <a:r>
              <a:rPr sz="2400" spc="-4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2700" spc="-505" dirty="0">
                <a:solidFill>
                  <a:srgbClr val="231F20"/>
                </a:solidFill>
                <a:latin typeface="Malgun Gothic"/>
                <a:cs typeface="Malgun Gothic"/>
              </a:rPr>
              <a:t>또는</a:t>
            </a:r>
            <a:r>
              <a:rPr sz="2700" spc="-5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400" spc="-25" dirty="0">
                <a:solidFill>
                  <a:srgbClr val="231F20"/>
                </a:solidFill>
                <a:latin typeface="Verdana"/>
                <a:cs typeface="Verdana"/>
              </a:rPr>
              <a:t>PDF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95051" y="305205"/>
            <a:ext cx="529780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0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2000" spc="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250" spc="-385" dirty="0">
                <a:solidFill>
                  <a:srgbClr val="535353"/>
                </a:solidFill>
                <a:latin typeface="Malgun Gothic"/>
                <a:cs typeface="Malgun Gothic"/>
              </a:rPr>
              <a:t>올인원</a:t>
            </a:r>
            <a:r>
              <a:rPr sz="2250" spc="-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spc="-315" dirty="0">
                <a:solidFill>
                  <a:srgbClr val="535353"/>
                </a:solidFill>
                <a:latin typeface="Verdana"/>
                <a:cs typeface="Verdana"/>
              </a:rPr>
              <a:t>2</a:t>
            </a:r>
            <a:r>
              <a:rPr sz="2250" spc="-315" dirty="0">
                <a:solidFill>
                  <a:srgbClr val="535353"/>
                </a:solidFill>
                <a:latin typeface="Malgun Gothic"/>
                <a:cs typeface="Malgun Gothic"/>
              </a:rPr>
              <a:t>기</a:t>
            </a:r>
            <a:r>
              <a:rPr sz="2250" spc="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540" dirty="0">
                <a:solidFill>
                  <a:srgbClr val="535353"/>
                </a:solidFill>
                <a:latin typeface="Malgun Gothic"/>
                <a:cs typeface="Malgun Gothic"/>
              </a:rPr>
              <a:t>입</a:t>
            </a:r>
            <a:r>
              <a:rPr sz="2250" spc="-57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360" dirty="0">
                <a:solidFill>
                  <a:srgbClr val="535353"/>
                </a:solidFill>
                <a:latin typeface="Malgun Gothic"/>
                <a:cs typeface="Malgun Gothic"/>
              </a:rPr>
              <a:t>학연수과정</a:t>
            </a:r>
            <a:r>
              <a:rPr sz="2250" spc="3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535353"/>
                </a:solidFill>
                <a:latin typeface="Verdana"/>
                <a:cs typeface="Verdana"/>
              </a:rPr>
              <a:t>TERM-</a:t>
            </a:r>
            <a:r>
              <a:rPr sz="2000" spc="8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26140" y="1442963"/>
            <a:ext cx="8183880" cy="7601584"/>
            <a:chOff x="726140" y="1442963"/>
            <a:chExt cx="8183880" cy="7601584"/>
          </a:xfrm>
        </p:grpSpPr>
        <p:sp>
          <p:nvSpPr>
            <p:cNvPr id="3" name="object 3"/>
            <p:cNvSpPr/>
            <p:nvPr/>
          </p:nvSpPr>
          <p:spPr>
            <a:xfrm>
              <a:off x="726140" y="1785956"/>
              <a:ext cx="8183880" cy="7258684"/>
            </a:xfrm>
            <a:custGeom>
              <a:avLst/>
              <a:gdLst/>
              <a:ahLst/>
              <a:cxnLst/>
              <a:rect l="l" t="t" r="r" b="b"/>
              <a:pathLst>
                <a:path w="8183880" h="7258684">
                  <a:moveTo>
                    <a:pt x="7707432" y="7258403"/>
                  </a:moveTo>
                  <a:lnTo>
                    <a:pt x="476250" y="7258403"/>
                  </a:lnTo>
                  <a:lnTo>
                    <a:pt x="427556" y="7255945"/>
                  </a:lnTo>
                  <a:lnTo>
                    <a:pt x="380269" y="7248728"/>
                  </a:lnTo>
                  <a:lnTo>
                    <a:pt x="334628" y="7236993"/>
                  </a:lnTo>
                  <a:lnTo>
                    <a:pt x="290872" y="7220980"/>
                  </a:lnTo>
                  <a:lnTo>
                    <a:pt x="249241" y="7200926"/>
                  </a:lnTo>
                  <a:lnTo>
                    <a:pt x="209974" y="7177072"/>
                  </a:lnTo>
                  <a:lnTo>
                    <a:pt x="173311" y="7149656"/>
                  </a:lnTo>
                  <a:lnTo>
                    <a:pt x="139490" y="7118919"/>
                  </a:lnTo>
                  <a:lnTo>
                    <a:pt x="108752" y="7085099"/>
                  </a:lnTo>
                  <a:lnTo>
                    <a:pt x="81336" y="7048437"/>
                  </a:lnTo>
                  <a:lnTo>
                    <a:pt x="57481" y="7009170"/>
                  </a:lnTo>
                  <a:lnTo>
                    <a:pt x="37426" y="6967538"/>
                  </a:lnTo>
                  <a:lnTo>
                    <a:pt x="21411" y="6923782"/>
                  </a:lnTo>
                  <a:lnTo>
                    <a:pt x="9675" y="6878139"/>
                  </a:lnTo>
                  <a:lnTo>
                    <a:pt x="2458" y="6830850"/>
                  </a:lnTo>
                  <a:lnTo>
                    <a:pt x="0" y="6782153"/>
                  </a:lnTo>
                  <a:lnTo>
                    <a:pt x="0" y="476250"/>
                  </a:lnTo>
                  <a:lnTo>
                    <a:pt x="2458" y="427556"/>
                  </a:lnTo>
                  <a:lnTo>
                    <a:pt x="9675" y="380269"/>
                  </a:lnTo>
                  <a:lnTo>
                    <a:pt x="21411" y="334628"/>
                  </a:lnTo>
                  <a:lnTo>
                    <a:pt x="37426" y="290872"/>
                  </a:lnTo>
                  <a:lnTo>
                    <a:pt x="57481" y="249241"/>
                  </a:lnTo>
                  <a:lnTo>
                    <a:pt x="81336" y="209974"/>
                  </a:lnTo>
                  <a:lnTo>
                    <a:pt x="108752" y="173311"/>
                  </a:lnTo>
                  <a:lnTo>
                    <a:pt x="139490" y="139490"/>
                  </a:lnTo>
                  <a:lnTo>
                    <a:pt x="173311" y="108752"/>
                  </a:lnTo>
                  <a:lnTo>
                    <a:pt x="209974" y="81336"/>
                  </a:lnTo>
                  <a:lnTo>
                    <a:pt x="249241" y="57481"/>
                  </a:lnTo>
                  <a:lnTo>
                    <a:pt x="290872" y="37426"/>
                  </a:lnTo>
                  <a:lnTo>
                    <a:pt x="334628" y="21411"/>
                  </a:lnTo>
                  <a:lnTo>
                    <a:pt x="380269" y="9675"/>
                  </a:lnTo>
                  <a:lnTo>
                    <a:pt x="427556" y="2458"/>
                  </a:lnTo>
                  <a:lnTo>
                    <a:pt x="476250" y="0"/>
                  </a:lnTo>
                  <a:lnTo>
                    <a:pt x="7707432" y="0"/>
                  </a:lnTo>
                  <a:lnTo>
                    <a:pt x="7756123" y="2458"/>
                  </a:lnTo>
                  <a:lnTo>
                    <a:pt x="7803409" y="9675"/>
                  </a:lnTo>
                  <a:lnTo>
                    <a:pt x="7849049" y="21411"/>
                  </a:lnTo>
                  <a:lnTo>
                    <a:pt x="7892804" y="37426"/>
                  </a:lnTo>
                  <a:lnTo>
                    <a:pt x="7934435" y="57481"/>
                  </a:lnTo>
                  <a:lnTo>
                    <a:pt x="7973701" y="81336"/>
                  </a:lnTo>
                  <a:lnTo>
                    <a:pt x="8010365" y="108752"/>
                  </a:lnTo>
                  <a:lnTo>
                    <a:pt x="8044186" y="139490"/>
                  </a:lnTo>
                  <a:lnTo>
                    <a:pt x="8074925" y="173311"/>
                  </a:lnTo>
                  <a:lnTo>
                    <a:pt x="8102342" y="209974"/>
                  </a:lnTo>
                  <a:lnTo>
                    <a:pt x="8126198" y="249241"/>
                  </a:lnTo>
                  <a:lnTo>
                    <a:pt x="8146254" y="290872"/>
                  </a:lnTo>
                  <a:lnTo>
                    <a:pt x="8162269" y="334628"/>
                  </a:lnTo>
                  <a:lnTo>
                    <a:pt x="8174005" y="380269"/>
                  </a:lnTo>
                  <a:lnTo>
                    <a:pt x="8181223" y="427556"/>
                  </a:lnTo>
                  <a:lnTo>
                    <a:pt x="8183682" y="476250"/>
                  </a:lnTo>
                  <a:lnTo>
                    <a:pt x="8183682" y="6782153"/>
                  </a:lnTo>
                  <a:lnTo>
                    <a:pt x="8181223" y="6830850"/>
                  </a:lnTo>
                  <a:lnTo>
                    <a:pt x="8174005" y="6878139"/>
                  </a:lnTo>
                  <a:lnTo>
                    <a:pt x="8162269" y="6923782"/>
                  </a:lnTo>
                  <a:lnTo>
                    <a:pt x="8146254" y="6967538"/>
                  </a:lnTo>
                  <a:lnTo>
                    <a:pt x="8126198" y="7009170"/>
                  </a:lnTo>
                  <a:lnTo>
                    <a:pt x="8102342" y="7048437"/>
                  </a:lnTo>
                  <a:lnTo>
                    <a:pt x="8074925" y="7085099"/>
                  </a:lnTo>
                  <a:lnTo>
                    <a:pt x="8044186" y="7118919"/>
                  </a:lnTo>
                  <a:lnTo>
                    <a:pt x="8010365" y="7149656"/>
                  </a:lnTo>
                  <a:lnTo>
                    <a:pt x="7973701" y="7177072"/>
                  </a:lnTo>
                  <a:lnTo>
                    <a:pt x="7934435" y="7200926"/>
                  </a:lnTo>
                  <a:lnTo>
                    <a:pt x="7892804" y="7220980"/>
                  </a:lnTo>
                  <a:lnTo>
                    <a:pt x="7849049" y="7236993"/>
                  </a:lnTo>
                  <a:lnTo>
                    <a:pt x="7803409" y="7248728"/>
                  </a:lnTo>
                  <a:lnTo>
                    <a:pt x="7756123" y="7255945"/>
                  </a:lnTo>
                  <a:lnTo>
                    <a:pt x="7707432" y="725840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3052337" y="1442963"/>
              <a:ext cx="3164840" cy="686435"/>
            </a:xfrm>
            <a:custGeom>
              <a:avLst/>
              <a:gdLst/>
              <a:ahLst/>
              <a:cxnLst/>
              <a:rect l="l" t="t" r="r" b="b"/>
              <a:pathLst>
                <a:path w="3164840" h="686435">
                  <a:moveTo>
                    <a:pt x="2821682" y="685988"/>
                  </a:moveTo>
                  <a:lnTo>
                    <a:pt x="342994" y="685988"/>
                  </a:lnTo>
                  <a:lnTo>
                    <a:pt x="289014" y="681715"/>
                  </a:lnTo>
                  <a:lnTo>
                    <a:pt x="236849" y="669151"/>
                  </a:lnTo>
                  <a:lnTo>
                    <a:pt x="187421" y="648677"/>
                  </a:lnTo>
                  <a:lnTo>
                    <a:pt x="141651" y="620676"/>
                  </a:lnTo>
                  <a:lnTo>
                    <a:pt x="100460" y="585529"/>
                  </a:lnTo>
                  <a:lnTo>
                    <a:pt x="65312" y="544337"/>
                  </a:lnTo>
                  <a:lnTo>
                    <a:pt x="37310" y="498567"/>
                  </a:lnTo>
                  <a:lnTo>
                    <a:pt x="16836" y="449138"/>
                  </a:lnTo>
                  <a:lnTo>
                    <a:pt x="4272" y="396973"/>
                  </a:lnTo>
                  <a:lnTo>
                    <a:pt x="0" y="342993"/>
                  </a:lnTo>
                  <a:lnTo>
                    <a:pt x="4272" y="289014"/>
                  </a:lnTo>
                  <a:lnTo>
                    <a:pt x="16836" y="236849"/>
                  </a:lnTo>
                  <a:lnTo>
                    <a:pt x="37310" y="187421"/>
                  </a:lnTo>
                  <a:lnTo>
                    <a:pt x="65312" y="141651"/>
                  </a:lnTo>
                  <a:lnTo>
                    <a:pt x="100460" y="100460"/>
                  </a:lnTo>
                  <a:lnTo>
                    <a:pt x="141651" y="65312"/>
                  </a:lnTo>
                  <a:lnTo>
                    <a:pt x="187421" y="37310"/>
                  </a:lnTo>
                  <a:lnTo>
                    <a:pt x="236849" y="16836"/>
                  </a:lnTo>
                  <a:lnTo>
                    <a:pt x="289014" y="4272"/>
                  </a:lnTo>
                  <a:lnTo>
                    <a:pt x="342994" y="0"/>
                  </a:lnTo>
                  <a:lnTo>
                    <a:pt x="2821682" y="0"/>
                  </a:lnTo>
                  <a:lnTo>
                    <a:pt x="2875662" y="4272"/>
                  </a:lnTo>
                  <a:lnTo>
                    <a:pt x="2927826" y="16836"/>
                  </a:lnTo>
                  <a:lnTo>
                    <a:pt x="2977253" y="37310"/>
                  </a:lnTo>
                  <a:lnTo>
                    <a:pt x="3023020" y="65312"/>
                  </a:lnTo>
                  <a:lnTo>
                    <a:pt x="3064205" y="100460"/>
                  </a:lnTo>
                  <a:lnTo>
                    <a:pt x="3099361" y="141651"/>
                  </a:lnTo>
                  <a:lnTo>
                    <a:pt x="3127364" y="187421"/>
                  </a:lnTo>
                  <a:lnTo>
                    <a:pt x="3147836" y="236849"/>
                  </a:lnTo>
                  <a:lnTo>
                    <a:pt x="3160396" y="289014"/>
                  </a:lnTo>
                  <a:lnTo>
                    <a:pt x="3164667" y="342993"/>
                  </a:lnTo>
                  <a:lnTo>
                    <a:pt x="3160396" y="396973"/>
                  </a:lnTo>
                  <a:lnTo>
                    <a:pt x="3147836" y="449138"/>
                  </a:lnTo>
                  <a:lnTo>
                    <a:pt x="3127364" y="498567"/>
                  </a:lnTo>
                  <a:lnTo>
                    <a:pt x="3099361" y="544337"/>
                  </a:lnTo>
                  <a:lnTo>
                    <a:pt x="3064205" y="585529"/>
                  </a:lnTo>
                  <a:lnTo>
                    <a:pt x="3023020" y="620676"/>
                  </a:lnTo>
                  <a:lnTo>
                    <a:pt x="2977253" y="648677"/>
                  </a:lnTo>
                  <a:lnTo>
                    <a:pt x="2927826" y="669151"/>
                  </a:lnTo>
                  <a:lnTo>
                    <a:pt x="2875662" y="681715"/>
                  </a:lnTo>
                  <a:lnTo>
                    <a:pt x="2821682" y="685988"/>
                  </a:lnTo>
                  <a:close/>
                </a:path>
              </a:pathLst>
            </a:custGeom>
            <a:solidFill>
              <a:srgbClr val="D8D8D8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392396" y="1543230"/>
            <a:ext cx="249682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b="1" spc="-535" dirty="0">
                <a:solidFill>
                  <a:srgbClr val="6D8599"/>
                </a:solidFill>
                <a:latin typeface="Malgun Gothic"/>
                <a:cs typeface="Malgun Gothic"/>
              </a:rPr>
              <a:t>기획서</a:t>
            </a:r>
            <a:r>
              <a:rPr sz="2700" b="1" spc="-32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sz="2700" b="1" spc="-540" dirty="0">
                <a:solidFill>
                  <a:srgbClr val="6D8599"/>
                </a:solidFill>
                <a:latin typeface="Malgun Gothic"/>
                <a:cs typeface="Malgun Gothic"/>
              </a:rPr>
              <a:t>내</a:t>
            </a:r>
            <a:r>
              <a:rPr sz="2700" b="1" spc="-35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sz="2700" b="1" spc="-445" dirty="0">
                <a:solidFill>
                  <a:srgbClr val="6D8599"/>
                </a:solidFill>
                <a:latin typeface="Malgun Gothic"/>
                <a:cs typeface="Malgun Gothic"/>
              </a:rPr>
              <a:t>포함</a:t>
            </a:r>
            <a:r>
              <a:rPr sz="2700" b="1" spc="-509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sz="2700" b="1" spc="-480" dirty="0">
                <a:solidFill>
                  <a:srgbClr val="6D8599"/>
                </a:solidFill>
                <a:latin typeface="Malgun Gothic"/>
                <a:cs typeface="Malgun Gothic"/>
              </a:rPr>
              <a:t>필요</a:t>
            </a:r>
            <a:endParaRPr sz="2700" dirty="0">
              <a:latin typeface="Malgun Gothic"/>
              <a:cs typeface="Malgun Gothic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32269" y="2391276"/>
          <a:ext cx="7320915" cy="6355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7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3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6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2300" b="1" spc="-25" dirty="0">
                          <a:latin typeface="Malgun Gothic"/>
                          <a:cs typeface="Malgun Gothic"/>
                        </a:rPr>
                        <a:t>항목</a:t>
                      </a:r>
                      <a:endParaRPr sz="2300">
                        <a:latin typeface="Malgun Gothic"/>
                        <a:cs typeface="Malgun Gothic"/>
                      </a:endParaRPr>
                    </a:p>
                  </a:txBody>
                  <a:tcPr marL="0" marR="0" marT="1841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2300" b="1" spc="-25" dirty="0">
                          <a:latin typeface="Malgun Gothic"/>
                          <a:cs typeface="Malgun Gothic"/>
                        </a:rPr>
                        <a:t>설명</a:t>
                      </a:r>
                      <a:endParaRPr sz="2300">
                        <a:latin typeface="Malgun Gothic"/>
                        <a:cs typeface="Malgun Gothic"/>
                      </a:endParaRPr>
                    </a:p>
                  </a:txBody>
                  <a:tcPr marL="0" marR="0" marT="1841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b="1" spc="-150" dirty="0">
                          <a:latin typeface="Malgun Gothic"/>
                          <a:cs typeface="Malgun Gothic"/>
                        </a:rPr>
                        <a:t>문제</a:t>
                      </a:r>
                      <a:r>
                        <a:rPr sz="1800" b="1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25" dirty="0">
                          <a:latin typeface="Malgun Gothic"/>
                          <a:cs typeface="Malgun Gothic"/>
                        </a:rPr>
                        <a:t>정의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spc="-145" dirty="0">
                          <a:latin typeface="Malgun Gothic"/>
                          <a:cs typeface="Malgun Gothic"/>
                        </a:rPr>
                        <a:t>해결하고자</a:t>
                      </a:r>
                      <a:r>
                        <a:rPr sz="18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하는</a:t>
                      </a:r>
                      <a:r>
                        <a:rPr sz="18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문제와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그</a:t>
                      </a:r>
                      <a:r>
                        <a:rPr sz="18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70" dirty="0">
                          <a:latin typeface="Malgun Gothic"/>
                          <a:cs typeface="Malgun Gothic"/>
                        </a:rPr>
                        <a:t>배경,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주제</a:t>
                      </a:r>
                      <a:r>
                        <a:rPr sz="18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선택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25" dirty="0">
                          <a:latin typeface="Malgun Gothic"/>
                          <a:cs typeface="Malgun Gothic"/>
                        </a:rPr>
                        <a:t>이유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b="1" spc="-150" dirty="0">
                          <a:latin typeface="Malgun Gothic"/>
                          <a:cs typeface="Malgun Gothic"/>
                        </a:rPr>
                        <a:t>타겟</a:t>
                      </a:r>
                      <a:r>
                        <a:rPr sz="1800" b="1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25" dirty="0">
                          <a:latin typeface="Malgun Gothic"/>
                          <a:cs typeface="Malgun Gothic"/>
                        </a:rPr>
                        <a:t>사용자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spc="-145" dirty="0">
                          <a:latin typeface="Malgun Gothic"/>
                          <a:cs typeface="Malgun Gothic"/>
                        </a:rPr>
                        <a:t>서비스의</a:t>
                      </a:r>
                      <a:r>
                        <a:rPr sz="18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주요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70" dirty="0">
                          <a:latin typeface="Malgun Gothic"/>
                          <a:cs typeface="Malgun Gothic"/>
                        </a:rPr>
                        <a:t>정의,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니즈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25" dirty="0">
                          <a:latin typeface="Malgun Gothic"/>
                          <a:cs typeface="Malgun Gothic"/>
                        </a:rPr>
                        <a:t>분석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b="1" spc="-150" dirty="0">
                          <a:latin typeface="Malgun Gothic"/>
                          <a:cs typeface="Malgun Gothic"/>
                        </a:rPr>
                        <a:t>서비스</a:t>
                      </a:r>
                      <a:r>
                        <a:rPr sz="1800" b="1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25" dirty="0">
                          <a:latin typeface="Malgun Gothic"/>
                          <a:cs typeface="Malgun Gothic"/>
                        </a:rPr>
                        <a:t>개요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spc="-150" dirty="0">
                          <a:latin typeface="Malgun Gothic"/>
                          <a:cs typeface="Malgun Gothic"/>
                        </a:rPr>
                        <a:t>서비스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70" dirty="0">
                          <a:latin typeface="Malgun Gothic"/>
                          <a:cs typeface="Malgun Gothic"/>
                        </a:rPr>
                        <a:t>이름,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핵심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70" dirty="0">
                          <a:latin typeface="Malgun Gothic"/>
                          <a:cs typeface="Malgun Gothic"/>
                        </a:rPr>
                        <a:t>기능,</a:t>
                      </a:r>
                      <a:r>
                        <a:rPr sz="18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서비스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대비</a:t>
                      </a:r>
                      <a:r>
                        <a:rPr sz="18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25" dirty="0">
                          <a:latin typeface="Malgun Gothic"/>
                          <a:cs typeface="Malgun Gothic"/>
                        </a:rPr>
                        <a:t>차별점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b="1" spc="-50" dirty="0">
                          <a:latin typeface="Malgun Gothic"/>
                          <a:cs typeface="Malgun Gothic"/>
                        </a:rPr>
                        <a:t>AI</a:t>
                      </a:r>
                      <a:r>
                        <a:rPr sz="1800" b="1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150" dirty="0">
                          <a:latin typeface="Malgun Gothic"/>
                          <a:cs typeface="Malgun Gothic"/>
                        </a:rPr>
                        <a:t>기술</a:t>
                      </a:r>
                      <a:r>
                        <a:rPr sz="1800" b="1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25" dirty="0">
                          <a:latin typeface="Malgun Gothic"/>
                          <a:cs typeface="Malgun Gothic"/>
                        </a:rPr>
                        <a:t>적용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spc="-150" dirty="0">
                          <a:latin typeface="Malgun Gothic"/>
                          <a:cs typeface="Malgun Gothic"/>
                        </a:rPr>
                        <a:t>적용할</a:t>
                      </a:r>
                      <a:r>
                        <a:rPr sz="18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30" dirty="0">
                          <a:latin typeface="Malgun Gothic"/>
                          <a:cs typeface="Malgun Gothic"/>
                        </a:rPr>
                        <a:t>AI/ML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70" dirty="0">
                          <a:latin typeface="Malgun Gothic"/>
                          <a:cs typeface="Malgun Gothic"/>
                        </a:rPr>
                        <a:t>기술,</a:t>
                      </a:r>
                      <a:r>
                        <a:rPr sz="18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기술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선택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25" dirty="0">
                          <a:latin typeface="Malgun Gothic"/>
                          <a:cs typeface="Malgun Gothic"/>
                        </a:rPr>
                        <a:t>이유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b="1" spc="-150" dirty="0">
                          <a:latin typeface="Malgun Gothic"/>
                          <a:cs typeface="Malgun Gothic"/>
                        </a:rPr>
                        <a:t>시스템</a:t>
                      </a:r>
                      <a:r>
                        <a:rPr sz="1800" b="1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25" dirty="0">
                          <a:latin typeface="Malgun Gothic"/>
                          <a:cs typeface="Malgun Gothic"/>
                        </a:rPr>
                        <a:t>구성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spc="-150" dirty="0">
                          <a:latin typeface="Malgun Gothic"/>
                          <a:cs typeface="Malgun Gothic"/>
                        </a:rPr>
                        <a:t>간략한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45" dirty="0">
                          <a:latin typeface="Malgun Gothic"/>
                          <a:cs typeface="Malgun Gothic"/>
                        </a:rPr>
                        <a:t>아키텍처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(다이어그램 </a:t>
                      </a:r>
                      <a:r>
                        <a:rPr sz="1800" spc="-25" dirty="0">
                          <a:latin typeface="Malgun Gothic"/>
                          <a:cs typeface="Malgun Gothic"/>
                        </a:rPr>
                        <a:t>권장)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b="1" spc="-150" dirty="0">
                          <a:latin typeface="Malgun Gothic"/>
                          <a:cs typeface="Malgun Gothic"/>
                        </a:rPr>
                        <a:t>기대</a:t>
                      </a:r>
                      <a:r>
                        <a:rPr sz="1800" b="1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25" dirty="0">
                          <a:latin typeface="Malgun Gothic"/>
                          <a:cs typeface="Malgun Gothic"/>
                        </a:rPr>
                        <a:t>효과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spc="-150" dirty="0"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8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70" dirty="0">
                          <a:latin typeface="Malgun Gothic"/>
                          <a:cs typeface="Malgun Gothic"/>
                        </a:rPr>
                        <a:t>관점,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45" dirty="0">
                          <a:latin typeface="Malgun Gothic"/>
                          <a:cs typeface="Malgun Gothic"/>
                        </a:rPr>
                        <a:t>비즈니스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관점의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기대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25" dirty="0">
                          <a:latin typeface="Malgun Gothic"/>
                          <a:cs typeface="Malgun Gothic"/>
                        </a:rPr>
                        <a:t>효과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b="1" spc="-150" dirty="0">
                          <a:latin typeface="Malgun Gothic"/>
                          <a:cs typeface="Malgun Gothic"/>
                        </a:rPr>
                        <a:t>향후</a:t>
                      </a:r>
                      <a:r>
                        <a:rPr sz="1800" b="1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150" dirty="0">
                          <a:latin typeface="Malgun Gothic"/>
                          <a:cs typeface="Malgun Gothic"/>
                        </a:rPr>
                        <a:t>발전</a:t>
                      </a:r>
                      <a:r>
                        <a:rPr sz="1800" b="1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25" dirty="0">
                          <a:latin typeface="Malgun Gothic"/>
                          <a:cs typeface="Malgun Gothic"/>
                        </a:rPr>
                        <a:t>방향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spc="-150" dirty="0">
                          <a:latin typeface="Malgun Gothic"/>
                          <a:cs typeface="Malgun Gothic"/>
                        </a:rPr>
                        <a:t>서비스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확장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70" dirty="0">
                          <a:latin typeface="Malgun Gothic"/>
                          <a:cs typeface="Malgun Gothic"/>
                        </a:rPr>
                        <a:t>계획,</a:t>
                      </a:r>
                      <a:r>
                        <a:rPr sz="18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25" dirty="0">
                          <a:latin typeface="Malgun Gothic"/>
                          <a:cs typeface="Malgun Gothic"/>
                        </a:rPr>
                        <a:t>로드맵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b="1" spc="-150" dirty="0">
                          <a:latin typeface="Malgun Gothic"/>
                          <a:cs typeface="Malgun Gothic"/>
                        </a:rPr>
                        <a:t>팀</a:t>
                      </a:r>
                      <a:r>
                        <a:rPr sz="1800" b="1" spc="-1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150" dirty="0">
                          <a:latin typeface="Malgun Gothic"/>
                          <a:cs typeface="Malgun Gothic"/>
                        </a:rPr>
                        <a:t>역할</a:t>
                      </a:r>
                      <a:r>
                        <a:rPr sz="1800" b="1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b="1" spc="-25" dirty="0">
                          <a:latin typeface="Malgun Gothic"/>
                          <a:cs typeface="Malgun Gothic"/>
                        </a:rPr>
                        <a:t>분담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800" spc="-150" dirty="0"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sz="18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팀원의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담당</a:t>
                      </a:r>
                      <a:r>
                        <a:rPr sz="18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영역과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150" dirty="0">
                          <a:latin typeface="Malgun Gothic"/>
                          <a:cs typeface="Malgun Gothic"/>
                        </a:rPr>
                        <a:t>기여</a:t>
                      </a:r>
                      <a:r>
                        <a:rPr sz="18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800" spc="-25" dirty="0">
                          <a:latin typeface="Malgun Gothic"/>
                          <a:cs typeface="Malgun Gothic"/>
                        </a:rPr>
                        <a:t>내용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12460806" y="2218072"/>
            <a:ext cx="1602105" cy="686435"/>
          </a:xfrm>
          <a:custGeom>
            <a:avLst/>
            <a:gdLst/>
            <a:ahLst/>
            <a:cxnLst/>
            <a:rect l="l" t="t" r="r" b="b"/>
            <a:pathLst>
              <a:path w="1602105" h="686435">
                <a:moveTo>
                  <a:pt x="1258927" y="685988"/>
                </a:moveTo>
                <a:lnTo>
                  <a:pt x="342994" y="685988"/>
                </a:lnTo>
                <a:lnTo>
                  <a:pt x="289014" y="681715"/>
                </a:lnTo>
                <a:lnTo>
                  <a:pt x="236850" y="669151"/>
                </a:lnTo>
                <a:lnTo>
                  <a:pt x="187422" y="648677"/>
                </a:lnTo>
                <a:lnTo>
                  <a:pt x="141651" y="620676"/>
                </a:lnTo>
                <a:lnTo>
                  <a:pt x="100460" y="585529"/>
                </a:lnTo>
                <a:lnTo>
                  <a:pt x="65312" y="544337"/>
                </a:lnTo>
                <a:lnTo>
                  <a:pt x="37310" y="498567"/>
                </a:lnTo>
                <a:lnTo>
                  <a:pt x="16836" y="449138"/>
                </a:lnTo>
                <a:lnTo>
                  <a:pt x="4272" y="396973"/>
                </a:lnTo>
                <a:lnTo>
                  <a:pt x="0" y="342993"/>
                </a:lnTo>
                <a:lnTo>
                  <a:pt x="4272" y="289014"/>
                </a:lnTo>
                <a:lnTo>
                  <a:pt x="16836" y="236849"/>
                </a:lnTo>
                <a:lnTo>
                  <a:pt x="37310" y="187421"/>
                </a:lnTo>
                <a:lnTo>
                  <a:pt x="65312" y="141651"/>
                </a:lnTo>
                <a:lnTo>
                  <a:pt x="100460" y="100460"/>
                </a:lnTo>
                <a:lnTo>
                  <a:pt x="141651" y="65312"/>
                </a:lnTo>
                <a:lnTo>
                  <a:pt x="187422" y="37310"/>
                </a:lnTo>
                <a:lnTo>
                  <a:pt x="236850" y="16836"/>
                </a:lnTo>
                <a:lnTo>
                  <a:pt x="289014" y="4272"/>
                </a:lnTo>
                <a:lnTo>
                  <a:pt x="342994" y="0"/>
                </a:lnTo>
                <a:lnTo>
                  <a:pt x="1258927" y="0"/>
                </a:lnTo>
                <a:lnTo>
                  <a:pt x="1312907" y="4272"/>
                </a:lnTo>
                <a:lnTo>
                  <a:pt x="1365072" y="16836"/>
                </a:lnTo>
                <a:lnTo>
                  <a:pt x="1414501" y="37310"/>
                </a:lnTo>
                <a:lnTo>
                  <a:pt x="1460271" y="65312"/>
                </a:lnTo>
                <a:lnTo>
                  <a:pt x="1501463" y="100460"/>
                </a:lnTo>
                <a:lnTo>
                  <a:pt x="1536610" y="141651"/>
                </a:lnTo>
                <a:lnTo>
                  <a:pt x="1564612" y="187421"/>
                </a:lnTo>
                <a:lnTo>
                  <a:pt x="1585085" y="236849"/>
                </a:lnTo>
                <a:lnTo>
                  <a:pt x="1597649" y="289014"/>
                </a:lnTo>
                <a:lnTo>
                  <a:pt x="1601922" y="342993"/>
                </a:lnTo>
                <a:lnTo>
                  <a:pt x="1597649" y="396973"/>
                </a:lnTo>
                <a:lnTo>
                  <a:pt x="1585085" y="449138"/>
                </a:lnTo>
                <a:lnTo>
                  <a:pt x="1564612" y="498567"/>
                </a:lnTo>
                <a:lnTo>
                  <a:pt x="1536610" y="544337"/>
                </a:lnTo>
                <a:lnTo>
                  <a:pt x="1501463" y="585529"/>
                </a:lnTo>
                <a:lnTo>
                  <a:pt x="1460271" y="620676"/>
                </a:lnTo>
                <a:lnTo>
                  <a:pt x="1414501" y="648677"/>
                </a:lnTo>
                <a:lnTo>
                  <a:pt x="1365072" y="669151"/>
                </a:lnTo>
                <a:lnTo>
                  <a:pt x="1312907" y="681715"/>
                </a:lnTo>
                <a:lnTo>
                  <a:pt x="1258927" y="685988"/>
                </a:lnTo>
                <a:close/>
              </a:path>
            </a:pathLst>
          </a:custGeom>
          <a:solidFill>
            <a:srgbClr val="D8D8D8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6709" y="3329589"/>
            <a:ext cx="85725" cy="857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6709" y="3634389"/>
            <a:ext cx="85725" cy="8572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6709" y="3939189"/>
            <a:ext cx="85725" cy="8572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865259" y="2318339"/>
            <a:ext cx="7695565" cy="1814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878205" algn="ctr">
              <a:lnSpc>
                <a:spcPct val="100000"/>
              </a:lnSpc>
              <a:spcBef>
                <a:spcPts val="110"/>
              </a:spcBef>
            </a:pPr>
            <a:r>
              <a:rPr sz="2700" b="1" spc="-495" dirty="0">
                <a:solidFill>
                  <a:srgbClr val="6D8599"/>
                </a:solidFill>
                <a:latin typeface="Malgun Gothic"/>
                <a:cs typeface="Malgun Gothic"/>
              </a:rPr>
              <a:t>요구사항</a:t>
            </a:r>
            <a:endParaRPr sz="2700">
              <a:latin typeface="Malgun Gothic"/>
              <a:cs typeface="Malgun Gothic"/>
            </a:endParaRPr>
          </a:p>
          <a:p>
            <a:pPr marL="12700">
              <a:lnSpc>
                <a:spcPts val="2550"/>
              </a:lnSpc>
              <a:spcBef>
                <a:spcPts val="3335"/>
              </a:spcBef>
            </a:pPr>
            <a:r>
              <a:rPr sz="2250" spc="-420" dirty="0">
                <a:solidFill>
                  <a:srgbClr val="231F20"/>
                </a:solidFill>
                <a:latin typeface="Malgun Gothic"/>
                <a:cs typeface="Malgun Gothic"/>
              </a:rPr>
              <a:t>그룹</a:t>
            </a:r>
            <a:r>
              <a:rPr sz="2250" spc="-4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75" dirty="0">
                <a:solidFill>
                  <a:srgbClr val="231F20"/>
                </a:solidFill>
                <a:latin typeface="Malgun Gothic"/>
                <a:cs typeface="Malgun Gothic"/>
              </a:rPr>
              <a:t>별</a:t>
            </a:r>
            <a:r>
              <a:rPr sz="2250" spc="-3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84" dirty="0">
                <a:solidFill>
                  <a:srgbClr val="231F20"/>
                </a:solidFill>
                <a:latin typeface="Malgun Gothic"/>
                <a:cs typeface="Malgun Gothic"/>
              </a:rPr>
              <a:t>도메인</a:t>
            </a:r>
            <a:r>
              <a:rPr sz="2250" spc="-3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505" dirty="0">
                <a:solidFill>
                  <a:srgbClr val="231F20"/>
                </a:solidFill>
                <a:latin typeface="Malgun Gothic"/>
                <a:cs typeface="Malgun Gothic"/>
              </a:rPr>
              <a:t>내에서</a:t>
            </a:r>
            <a:r>
              <a:rPr sz="2250" spc="-31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000" spc="-150" dirty="0">
                <a:solidFill>
                  <a:srgbClr val="231F20"/>
                </a:solidFill>
                <a:latin typeface="Verdana"/>
                <a:cs typeface="Verdana"/>
              </a:rPr>
              <a:t>AI</a:t>
            </a:r>
            <a:r>
              <a:rPr sz="2000" spc="-3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2250" spc="-445" dirty="0">
                <a:solidFill>
                  <a:srgbClr val="231F20"/>
                </a:solidFill>
                <a:latin typeface="Malgun Gothic"/>
                <a:cs typeface="Malgun Gothic"/>
              </a:rPr>
              <a:t>서비스</a:t>
            </a:r>
            <a:r>
              <a:rPr sz="2250" spc="-4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65" dirty="0">
                <a:solidFill>
                  <a:srgbClr val="231F20"/>
                </a:solidFill>
                <a:latin typeface="Malgun Gothic"/>
                <a:cs typeface="Malgun Gothic"/>
              </a:rPr>
              <a:t>아이디어를</a:t>
            </a:r>
            <a:r>
              <a:rPr sz="2250" spc="-4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50" dirty="0">
                <a:solidFill>
                  <a:srgbClr val="231F20"/>
                </a:solidFill>
                <a:latin typeface="Malgun Gothic"/>
                <a:cs typeface="Malgun Gothic"/>
              </a:rPr>
              <a:t>기획한다</a:t>
            </a:r>
            <a:r>
              <a:rPr sz="2000" spc="-450" dirty="0">
                <a:solidFill>
                  <a:srgbClr val="231F20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2400"/>
              </a:lnSpc>
            </a:pPr>
            <a:r>
              <a:rPr sz="2250" spc="-480" dirty="0">
                <a:solidFill>
                  <a:srgbClr val="231F20"/>
                </a:solidFill>
                <a:latin typeface="Malgun Gothic"/>
                <a:cs typeface="Malgun Gothic"/>
              </a:rPr>
              <a:t>제시된</a:t>
            </a:r>
            <a:r>
              <a:rPr sz="2250" spc="-3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95" dirty="0">
                <a:solidFill>
                  <a:srgbClr val="231F20"/>
                </a:solidFill>
                <a:latin typeface="Malgun Gothic"/>
                <a:cs typeface="Malgun Gothic"/>
              </a:rPr>
              <a:t>도메인에서</a:t>
            </a:r>
            <a:r>
              <a:rPr sz="2250" spc="-3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50" dirty="0">
                <a:solidFill>
                  <a:srgbClr val="231F20"/>
                </a:solidFill>
                <a:latin typeface="Malgun Gothic"/>
                <a:cs typeface="Malgun Gothic"/>
              </a:rPr>
              <a:t>해결하고자</a:t>
            </a:r>
            <a:r>
              <a:rPr sz="2250" spc="-54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25" dirty="0">
                <a:solidFill>
                  <a:srgbClr val="231F20"/>
                </a:solidFill>
                <a:latin typeface="Malgun Gothic"/>
                <a:cs typeface="Malgun Gothic"/>
              </a:rPr>
              <a:t>하는</a:t>
            </a:r>
            <a:r>
              <a:rPr sz="2250" spc="-484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40" dirty="0">
                <a:solidFill>
                  <a:srgbClr val="231F20"/>
                </a:solidFill>
                <a:latin typeface="Malgun Gothic"/>
                <a:cs typeface="Malgun Gothic"/>
              </a:rPr>
              <a:t>문제를</a:t>
            </a:r>
            <a:r>
              <a:rPr sz="2250" spc="-4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509" dirty="0">
                <a:solidFill>
                  <a:srgbClr val="231F20"/>
                </a:solidFill>
                <a:latin typeface="Malgun Gothic"/>
                <a:cs typeface="Malgun Gothic"/>
              </a:rPr>
              <a:t>명확히</a:t>
            </a:r>
            <a:r>
              <a:rPr sz="2250" spc="-3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34" dirty="0">
                <a:solidFill>
                  <a:srgbClr val="231F20"/>
                </a:solidFill>
                <a:latin typeface="Malgun Gothic"/>
                <a:cs typeface="Malgun Gothic"/>
              </a:rPr>
              <a:t>정의한다</a:t>
            </a:r>
            <a:r>
              <a:rPr sz="2000" spc="-434" dirty="0">
                <a:solidFill>
                  <a:srgbClr val="231F20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2550"/>
              </a:lnSpc>
            </a:pPr>
            <a:r>
              <a:rPr sz="2250" spc="-490" dirty="0">
                <a:solidFill>
                  <a:srgbClr val="231F20"/>
                </a:solidFill>
                <a:latin typeface="Malgun Gothic"/>
                <a:cs typeface="Malgun Gothic"/>
              </a:rPr>
              <a:t>팀원</a:t>
            </a:r>
            <a:r>
              <a:rPr sz="2250" spc="-3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340" dirty="0">
                <a:solidFill>
                  <a:srgbClr val="231F20"/>
                </a:solidFill>
                <a:latin typeface="Malgun Gothic"/>
                <a:cs typeface="Malgun Gothic"/>
              </a:rPr>
              <a:t>간</a:t>
            </a:r>
            <a:r>
              <a:rPr sz="2250" spc="-5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55" dirty="0">
                <a:solidFill>
                  <a:srgbClr val="231F20"/>
                </a:solidFill>
                <a:latin typeface="Malgun Gothic"/>
                <a:cs typeface="Malgun Gothic"/>
              </a:rPr>
              <a:t>역할을</a:t>
            </a:r>
            <a:r>
              <a:rPr sz="2250" spc="-4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25" dirty="0">
                <a:solidFill>
                  <a:srgbClr val="231F20"/>
                </a:solidFill>
                <a:latin typeface="Malgun Gothic"/>
                <a:cs typeface="Malgun Gothic"/>
              </a:rPr>
              <a:t>분담하고</a:t>
            </a:r>
            <a:r>
              <a:rPr sz="2000" spc="-425" dirty="0">
                <a:solidFill>
                  <a:srgbClr val="231F20"/>
                </a:solidFill>
                <a:latin typeface="Verdana"/>
                <a:cs typeface="Verdana"/>
              </a:rPr>
              <a:t>,</a:t>
            </a:r>
            <a:r>
              <a:rPr sz="2000" spc="-3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2250" spc="-430" dirty="0">
                <a:solidFill>
                  <a:srgbClr val="231F20"/>
                </a:solidFill>
                <a:latin typeface="Malgun Gothic"/>
                <a:cs typeface="Malgun Gothic"/>
              </a:rPr>
              <a:t>모든</a:t>
            </a:r>
            <a:r>
              <a:rPr sz="2250" spc="-4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505" dirty="0">
                <a:solidFill>
                  <a:srgbClr val="231F20"/>
                </a:solidFill>
                <a:latin typeface="Malgun Gothic"/>
                <a:cs typeface="Malgun Gothic"/>
              </a:rPr>
              <a:t>팀원이</a:t>
            </a:r>
            <a:r>
              <a:rPr sz="2250" spc="-2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515" dirty="0">
                <a:solidFill>
                  <a:srgbClr val="231F20"/>
                </a:solidFill>
                <a:latin typeface="Malgun Gothic"/>
                <a:cs typeface="Malgun Gothic"/>
              </a:rPr>
              <a:t>기획</a:t>
            </a:r>
            <a:r>
              <a:rPr sz="2250" spc="-30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75" dirty="0">
                <a:solidFill>
                  <a:srgbClr val="231F20"/>
                </a:solidFill>
                <a:latin typeface="Malgun Gothic"/>
                <a:cs typeface="Malgun Gothic"/>
              </a:rPr>
              <a:t>과정에</a:t>
            </a:r>
            <a:r>
              <a:rPr sz="2250" spc="-3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59" dirty="0">
                <a:solidFill>
                  <a:srgbClr val="231F20"/>
                </a:solidFill>
                <a:latin typeface="Malgun Gothic"/>
                <a:cs typeface="Malgun Gothic"/>
              </a:rPr>
              <a:t>실질적으로</a:t>
            </a:r>
            <a:r>
              <a:rPr sz="2250" spc="-49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45" dirty="0">
                <a:solidFill>
                  <a:srgbClr val="231F20"/>
                </a:solidFill>
                <a:latin typeface="Malgun Gothic"/>
                <a:cs typeface="Malgun Gothic"/>
              </a:rPr>
              <a:t>기여해야</a:t>
            </a:r>
            <a:r>
              <a:rPr sz="2250" spc="-52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15" dirty="0">
                <a:solidFill>
                  <a:srgbClr val="231F20"/>
                </a:solidFill>
                <a:latin typeface="Malgun Gothic"/>
                <a:cs typeface="Malgun Gothic"/>
              </a:rPr>
              <a:t>한다</a:t>
            </a:r>
            <a:r>
              <a:rPr sz="2000" spc="-415" dirty="0">
                <a:solidFill>
                  <a:srgbClr val="231F20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460806" y="5415164"/>
            <a:ext cx="1602105" cy="686435"/>
          </a:xfrm>
          <a:custGeom>
            <a:avLst/>
            <a:gdLst/>
            <a:ahLst/>
            <a:cxnLst/>
            <a:rect l="l" t="t" r="r" b="b"/>
            <a:pathLst>
              <a:path w="1602105" h="686435">
                <a:moveTo>
                  <a:pt x="1258927" y="685988"/>
                </a:moveTo>
                <a:lnTo>
                  <a:pt x="342994" y="685988"/>
                </a:lnTo>
                <a:lnTo>
                  <a:pt x="289014" y="681716"/>
                </a:lnTo>
                <a:lnTo>
                  <a:pt x="236850" y="669152"/>
                </a:lnTo>
                <a:lnTo>
                  <a:pt x="187422" y="648678"/>
                </a:lnTo>
                <a:lnTo>
                  <a:pt x="141651" y="620677"/>
                </a:lnTo>
                <a:lnTo>
                  <a:pt x="100460" y="585529"/>
                </a:lnTo>
                <a:lnTo>
                  <a:pt x="65312" y="544338"/>
                </a:lnTo>
                <a:lnTo>
                  <a:pt x="37310" y="498567"/>
                </a:lnTo>
                <a:lnTo>
                  <a:pt x="16836" y="449139"/>
                </a:lnTo>
                <a:lnTo>
                  <a:pt x="4272" y="396974"/>
                </a:lnTo>
                <a:lnTo>
                  <a:pt x="0" y="342994"/>
                </a:lnTo>
                <a:lnTo>
                  <a:pt x="4272" y="289014"/>
                </a:lnTo>
                <a:lnTo>
                  <a:pt x="16836" y="236849"/>
                </a:lnTo>
                <a:lnTo>
                  <a:pt x="37310" y="187421"/>
                </a:lnTo>
                <a:lnTo>
                  <a:pt x="65312" y="141651"/>
                </a:lnTo>
                <a:lnTo>
                  <a:pt x="100460" y="100460"/>
                </a:lnTo>
                <a:lnTo>
                  <a:pt x="141651" y="65312"/>
                </a:lnTo>
                <a:lnTo>
                  <a:pt x="187422" y="37310"/>
                </a:lnTo>
                <a:lnTo>
                  <a:pt x="236850" y="16836"/>
                </a:lnTo>
                <a:lnTo>
                  <a:pt x="289014" y="4272"/>
                </a:lnTo>
                <a:lnTo>
                  <a:pt x="342994" y="0"/>
                </a:lnTo>
                <a:lnTo>
                  <a:pt x="1258927" y="0"/>
                </a:lnTo>
                <a:lnTo>
                  <a:pt x="1312907" y="4272"/>
                </a:lnTo>
                <a:lnTo>
                  <a:pt x="1365072" y="16836"/>
                </a:lnTo>
                <a:lnTo>
                  <a:pt x="1414501" y="37310"/>
                </a:lnTo>
                <a:lnTo>
                  <a:pt x="1460271" y="65312"/>
                </a:lnTo>
                <a:lnTo>
                  <a:pt x="1501463" y="100460"/>
                </a:lnTo>
                <a:lnTo>
                  <a:pt x="1536610" y="141651"/>
                </a:lnTo>
                <a:lnTo>
                  <a:pt x="1564612" y="187421"/>
                </a:lnTo>
                <a:lnTo>
                  <a:pt x="1585085" y="236849"/>
                </a:lnTo>
                <a:lnTo>
                  <a:pt x="1597649" y="289014"/>
                </a:lnTo>
                <a:lnTo>
                  <a:pt x="1601922" y="342994"/>
                </a:lnTo>
                <a:lnTo>
                  <a:pt x="1597649" y="396974"/>
                </a:lnTo>
                <a:lnTo>
                  <a:pt x="1585085" y="449139"/>
                </a:lnTo>
                <a:lnTo>
                  <a:pt x="1564612" y="498567"/>
                </a:lnTo>
                <a:lnTo>
                  <a:pt x="1536610" y="544338"/>
                </a:lnTo>
                <a:lnTo>
                  <a:pt x="1501463" y="585529"/>
                </a:lnTo>
                <a:lnTo>
                  <a:pt x="1460271" y="620677"/>
                </a:lnTo>
                <a:lnTo>
                  <a:pt x="1414501" y="648678"/>
                </a:lnTo>
                <a:lnTo>
                  <a:pt x="1365072" y="669152"/>
                </a:lnTo>
                <a:lnTo>
                  <a:pt x="1312907" y="681716"/>
                </a:lnTo>
                <a:lnTo>
                  <a:pt x="1258927" y="685988"/>
                </a:lnTo>
                <a:close/>
              </a:path>
            </a:pathLst>
          </a:custGeom>
          <a:solidFill>
            <a:srgbClr val="D8D8D8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6709" y="6526666"/>
            <a:ext cx="85725" cy="857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6709" y="6831466"/>
            <a:ext cx="85725" cy="857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6709" y="7136266"/>
            <a:ext cx="85725" cy="8572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865259" y="5515442"/>
            <a:ext cx="7408545" cy="1814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90550" algn="ctr">
              <a:lnSpc>
                <a:spcPct val="100000"/>
              </a:lnSpc>
              <a:spcBef>
                <a:spcPts val="110"/>
              </a:spcBef>
            </a:pPr>
            <a:r>
              <a:rPr sz="2700" b="1" spc="-495" dirty="0">
                <a:solidFill>
                  <a:srgbClr val="6D8599"/>
                </a:solidFill>
                <a:latin typeface="Malgun Gothic"/>
                <a:cs typeface="Malgun Gothic"/>
              </a:rPr>
              <a:t>제약사항</a:t>
            </a:r>
            <a:endParaRPr sz="2700">
              <a:latin typeface="Malgun Gothic"/>
              <a:cs typeface="Malgun Gothic"/>
            </a:endParaRPr>
          </a:p>
          <a:p>
            <a:pPr marL="12700">
              <a:lnSpc>
                <a:spcPts val="2550"/>
              </a:lnSpc>
              <a:spcBef>
                <a:spcPts val="3335"/>
              </a:spcBef>
            </a:pPr>
            <a:r>
              <a:rPr sz="2250" spc="-480" dirty="0">
                <a:solidFill>
                  <a:srgbClr val="231F20"/>
                </a:solidFill>
                <a:latin typeface="Malgun Gothic"/>
                <a:cs typeface="Malgun Gothic"/>
              </a:rPr>
              <a:t>제시된</a:t>
            </a:r>
            <a:r>
              <a:rPr sz="2250" spc="-3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45" dirty="0">
                <a:solidFill>
                  <a:srgbClr val="231F20"/>
                </a:solidFill>
                <a:latin typeface="Malgun Gothic"/>
                <a:cs typeface="Malgun Gothic"/>
              </a:rPr>
              <a:t>도메인과</a:t>
            </a:r>
            <a:r>
              <a:rPr sz="2250" spc="-52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80" dirty="0">
                <a:solidFill>
                  <a:srgbClr val="231F20"/>
                </a:solidFill>
                <a:latin typeface="Malgun Gothic"/>
                <a:cs typeface="Malgun Gothic"/>
              </a:rPr>
              <a:t>관련된</a:t>
            </a:r>
            <a:r>
              <a:rPr sz="2250" spc="-3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000" spc="-150" dirty="0">
                <a:solidFill>
                  <a:srgbClr val="231F20"/>
                </a:solidFill>
                <a:latin typeface="Verdana"/>
                <a:cs typeface="Verdana"/>
              </a:rPr>
              <a:t>AI</a:t>
            </a:r>
            <a:r>
              <a:rPr sz="2000" spc="-3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2250" spc="-509" dirty="0">
                <a:solidFill>
                  <a:srgbClr val="231F20"/>
                </a:solidFill>
                <a:latin typeface="Malgun Gothic"/>
                <a:cs typeface="Malgun Gothic"/>
              </a:rPr>
              <a:t>기술이</a:t>
            </a:r>
            <a:r>
              <a:rPr sz="2250" spc="-2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500" dirty="0">
                <a:solidFill>
                  <a:srgbClr val="231F20"/>
                </a:solidFill>
                <a:latin typeface="Malgun Gothic"/>
                <a:cs typeface="Malgun Gothic"/>
              </a:rPr>
              <a:t>서비스의</a:t>
            </a:r>
            <a:r>
              <a:rPr sz="2250" spc="-29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55" dirty="0">
                <a:solidFill>
                  <a:srgbClr val="231F20"/>
                </a:solidFill>
                <a:latin typeface="Malgun Gothic"/>
                <a:cs typeface="Malgun Gothic"/>
              </a:rPr>
              <a:t>핵심으로</a:t>
            </a:r>
            <a:r>
              <a:rPr sz="2250" spc="-484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50" dirty="0">
                <a:solidFill>
                  <a:srgbClr val="231F20"/>
                </a:solidFill>
                <a:latin typeface="Malgun Gothic"/>
                <a:cs typeface="Malgun Gothic"/>
              </a:rPr>
              <a:t>포함되어야</a:t>
            </a:r>
            <a:r>
              <a:rPr sz="2250" spc="-52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15" dirty="0">
                <a:solidFill>
                  <a:srgbClr val="231F20"/>
                </a:solidFill>
                <a:latin typeface="Malgun Gothic"/>
                <a:cs typeface="Malgun Gothic"/>
              </a:rPr>
              <a:t>한다</a:t>
            </a:r>
            <a:r>
              <a:rPr sz="2000" spc="-415" dirty="0">
                <a:solidFill>
                  <a:srgbClr val="231F20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2400"/>
              </a:lnSpc>
            </a:pPr>
            <a:r>
              <a:rPr sz="2250" spc="-540" dirty="0">
                <a:solidFill>
                  <a:srgbClr val="231F20"/>
                </a:solidFill>
                <a:latin typeface="Malgun Gothic"/>
                <a:cs typeface="Malgun Gothic"/>
              </a:rPr>
              <a:t>팀</a:t>
            </a:r>
            <a:r>
              <a:rPr sz="2250" spc="-30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515" dirty="0">
                <a:solidFill>
                  <a:srgbClr val="231F20"/>
                </a:solidFill>
                <a:latin typeface="Malgun Gothic"/>
                <a:cs typeface="Malgun Gothic"/>
              </a:rPr>
              <a:t>단위</a:t>
            </a:r>
            <a:r>
              <a:rPr sz="2250" spc="-31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59" dirty="0">
                <a:solidFill>
                  <a:srgbClr val="231F20"/>
                </a:solidFill>
                <a:latin typeface="Malgun Gothic"/>
                <a:cs typeface="Malgun Gothic"/>
              </a:rPr>
              <a:t>협업으로</a:t>
            </a:r>
            <a:r>
              <a:rPr sz="2250" spc="-484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40" dirty="0">
                <a:solidFill>
                  <a:srgbClr val="231F20"/>
                </a:solidFill>
                <a:latin typeface="Malgun Gothic"/>
                <a:cs typeface="Malgun Gothic"/>
              </a:rPr>
              <a:t>진행해야</a:t>
            </a:r>
            <a:r>
              <a:rPr sz="2250" spc="-5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15" dirty="0">
                <a:solidFill>
                  <a:srgbClr val="231F20"/>
                </a:solidFill>
                <a:latin typeface="Malgun Gothic"/>
                <a:cs typeface="Malgun Gothic"/>
              </a:rPr>
              <a:t>한다</a:t>
            </a:r>
            <a:r>
              <a:rPr sz="2000" spc="-415" dirty="0">
                <a:solidFill>
                  <a:srgbClr val="231F20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2550"/>
              </a:lnSpc>
            </a:pPr>
            <a:r>
              <a:rPr sz="2250" spc="-430" dirty="0">
                <a:solidFill>
                  <a:srgbClr val="231F20"/>
                </a:solidFill>
                <a:latin typeface="Malgun Gothic"/>
                <a:cs typeface="Malgun Gothic"/>
              </a:rPr>
              <a:t>모든</a:t>
            </a:r>
            <a:r>
              <a:rPr sz="2250" spc="-4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505" dirty="0">
                <a:solidFill>
                  <a:srgbClr val="231F20"/>
                </a:solidFill>
                <a:latin typeface="Malgun Gothic"/>
                <a:cs typeface="Malgun Gothic"/>
              </a:rPr>
              <a:t>팀원이</a:t>
            </a:r>
            <a:r>
              <a:rPr sz="2250" spc="-2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515" dirty="0">
                <a:solidFill>
                  <a:srgbClr val="231F20"/>
                </a:solidFill>
                <a:latin typeface="Malgun Gothic"/>
                <a:cs typeface="Malgun Gothic"/>
              </a:rPr>
              <a:t>기획</a:t>
            </a:r>
            <a:r>
              <a:rPr sz="2250" spc="-30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75" dirty="0">
                <a:solidFill>
                  <a:srgbClr val="231F20"/>
                </a:solidFill>
                <a:latin typeface="Malgun Gothic"/>
                <a:cs typeface="Malgun Gothic"/>
              </a:rPr>
              <a:t>과정에</a:t>
            </a:r>
            <a:r>
              <a:rPr sz="2250" spc="-3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59" dirty="0">
                <a:solidFill>
                  <a:srgbClr val="231F20"/>
                </a:solidFill>
                <a:latin typeface="Malgun Gothic"/>
                <a:cs typeface="Malgun Gothic"/>
              </a:rPr>
              <a:t>참여하고</a:t>
            </a:r>
            <a:r>
              <a:rPr sz="2250" spc="-484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25" dirty="0">
                <a:solidFill>
                  <a:srgbClr val="231F20"/>
                </a:solidFill>
                <a:latin typeface="Malgun Gothic"/>
                <a:cs typeface="Malgun Gothic"/>
              </a:rPr>
              <a:t>발표</a:t>
            </a:r>
            <a:r>
              <a:rPr sz="2250" spc="-4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84" dirty="0">
                <a:solidFill>
                  <a:srgbClr val="231F20"/>
                </a:solidFill>
                <a:latin typeface="Malgun Gothic"/>
                <a:cs typeface="Malgun Gothic"/>
              </a:rPr>
              <a:t>자료에</a:t>
            </a:r>
            <a:r>
              <a:rPr sz="2250" spc="-3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15" dirty="0">
                <a:solidFill>
                  <a:srgbClr val="231F20"/>
                </a:solidFill>
                <a:latin typeface="Malgun Gothic"/>
                <a:cs typeface="Malgun Gothic"/>
              </a:rPr>
              <a:t>역할</a:t>
            </a:r>
            <a:r>
              <a:rPr sz="2250" spc="-5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50" dirty="0">
                <a:solidFill>
                  <a:srgbClr val="231F20"/>
                </a:solidFill>
                <a:latin typeface="Malgun Gothic"/>
                <a:cs typeface="Malgun Gothic"/>
              </a:rPr>
              <a:t>분담을</a:t>
            </a:r>
            <a:r>
              <a:rPr sz="2250" spc="-4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45" dirty="0">
                <a:solidFill>
                  <a:srgbClr val="231F20"/>
                </a:solidFill>
                <a:latin typeface="Malgun Gothic"/>
                <a:cs typeface="Malgun Gothic"/>
              </a:rPr>
              <a:t>명시해야</a:t>
            </a:r>
            <a:r>
              <a:rPr sz="2250" spc="-5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2250" spc="-415" dirty="0">
                <a:solidFill>
                  <a:srgbClr val="231F20"/>
                </a:solidFill>
                <a:latin typeface="Malgun Gothic"/>
                <a:cs typeface="Malgun Gothic"/>
              </a:rPr>
              <a:t>한다</a:t>
            </a:r>
            <a:r>
              <a:rPr sz="2000" spc="-415" dirty="0">
                <a:solidFill>
                  <a:srgbClr val="231F20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95051" y="305205"/>
            <a:ext cx="529780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0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2000" spc="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250" spc="-385" dirty="0">
                <a:solidFill>
                  <a:srgbClr val="535353"/>
                </a:solidFill>
                <a:latin typeface="Malgun Gothic"/>
                <a:cs typeface="Malgun Gothic"/>
              </a:rPr>
              <a:t>올인원</a:t>
            </a:r>
            <a:r>
              <a:rPr sz="2250" spc="-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spc="-315" dirty="0">
                <a:solidFill>
                  <a:srgbClr val="535353"/>
                </a:solidFill>
                <a:latin typeface="Verdana"/>
                <a:cs typeface="Verdana"/>
              </a:rPr>
              <a:t>2</a:t>
            </a:r>
            <a:r>
              <a:rPr sz="2250" spc="-315" dirty="0">
                <a:solidFill>
                  <a:srgbClr val="535353"/>
                </a:solidFill>
                <a:latin typeface="Malgun Gothic"/>
                <a:cs typeface="Malgun Gothic"/>
              </a:rPr>
              <a:t>기</a:t>
            </a:r>
            <a:r>
              <a:rPr sz="2250" spc="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540" dirty="0">
                <a:solidFill>
                  <a:srgbClr val="535353"/>
                </a:solidFill>
                <a:latin typeface="Malgun Gothic"/>
                <a:cs typeface="Malgun Gothic"/>
              </a:rPr>
              <a:t>입</a:t>
            </a:r>
            <a:r>
              <a:rPr sz="2250" spc="-57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360" dirty="0">
                <a:solidFill>
                  <a:srgbClr val="535353"/>
                </a:solidFill>
                <a:latin typeface="Malgun Gothic"/>
                <a:cs typeface="Malgun Gothic"/>
              </a:rPr>
              <a:t>학연수과정</a:t>
            </a:r>
            <a:r>
              <a:rPr sz="2250" spc="3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535353"/>
                </a:solidFill>
                <a:latin typeface="Verdana"/>
                <a:cs typeface="Verdana"/>
              </a:rPr>
              <a:t>TERM-</a:t>
            </a:r>
            <a:r>
              <a:rPr sz="2000" spc="8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879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30"/>
              </a:spcBef>
            </a:pPr>
            <a:r>
              <a:rPr spc="-4290" dirty="0">
                <a:solidFill>
                  <a:srgbClr val="231F20"/>
                </a:solidFill>
                <a:latin typeface="Verdana"/>
                <a:cs typeface="Verdana"/>
              </a:rPr>
              <a:t>Q</a:t>
            </a:r>
            <a:r>
              <a:rPr sz="5700" spc="-360" dirty="0"/>
              <a:t>Q</a:t>
            </a:r>
            <a:r>
              <a:rPr sz="5700" spc="-4145" dirty="0"/>
              <a:t>N</a:t>
            </a:r>
            <a:r>
              <a:rPr spc="-3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pc="-3754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5700" spc="5" dirty="0"/>
              <a:t>A</a:t>
            </a:r>
            <a:endParaRPr sz="57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3427" y="2541178"/>
            <a:ext cx="123825" cy="1238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3427" y="4027078"/>
            <a:ext cx="123825" cy="1238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3427" y="6008278"/>
            <a:ext cx="123825" cy="12382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053102" y="69988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53102" y="79894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210" dirty="0">
                <a:latin typeface="Verdana"/>
                <a:cs typeface="Verdana"/>
              </a:rPr>
              <a:t>Term-</a:t>
            </a:r>
            <a:r>
              <a:rPr sz="2800" spc="-145" dirty="0">
                <a:latin typeface="Verdana"/>
                <a:cs typeface="Verdana"/>
              </a:rPr>
              <a:t>Project</a:t>
            </a:r>
            <a:r>
              <a:rPr spc="-145" dirty="0"/>
              <a:t>와</a:t>
            </a:r>
            <a:r>
              <a:rPr spc="-710" dirty="0"/>
              <a:t> </a:t>
            </a:r>
            <a:r>
              <a:rPr spc="-590" dirty="0"/>
              <a:t>다른</a:t>
            </a:r>
            <a:r>
              <a:rPr spc="-645" dirty="0"/>
              <a:t> </a:t>
            </a:r>
            <a:r>
              <a:rPr spc="-610" dirty="0"/>
              <a:t>미션을</a:t>
            </a:r>
            <a:r>
              <a:rPr spc="-635" dirty="0"/>
              <a:t> </a:t>
            </a:r>
            <a:r>
              <a:rPr spc="-610" dirty="0"/>
              <a:t>병행할</a:t>
            </a:r>
            <a:r>
              <a:rPr spc="-695" dirty="0"/>
              <a:t> </a:t>
            </a:r>
            <a:r>
              <a:rPr spc="-505" dirty="0"/>
              <a:t>수</a:t>
            </a:r>
            <a:r>
              <a:rPr spc="-635" dirty="0"/>
              <a:t> </a:t>
            </a:r>
            <a:r>
              <a:rPr spc="-555" dirty="0"/>
              <a:t>있나요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pc="-605" dirty="0"/>
              <a:t>가능합니다</a:t>
            </a:r>
            <a:r>
              <a:rPr sz="2800" spc="-605" dirty="0">
                <a:latin typeface="Verdana"/>
                <a:cs typeface="Verdana"/>
              </a:rPr>
              <a:t>.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600" dirty="0"/>
              <a:t>교육장</a:t>
            </a:r>
            <a:r>
              <a:rPr spc="-715" dirty="0"/>
              <a:t> </a:t>
            </a:r>
            <a:r>
              <a:rPr spc="-595" dirty="0"/>
              <a:t>사용</a:t>
            </a:r>
            <a:r>
              <a:rPr spc="-650" dirty="0"/>
              <a:t> </a:t>
            </a:r>
            <a:r>
              <a:rPr spc="-600" dirty="0"/>
              <a:t>및</a:t>
            </a:r>
            <a:r>
              <a:rPr spc="-570" dirty="0"/>
              <a:t> </a:t>
            </a:r>
            <a:r>
              <a:rPr spc="-635" dirty="0"/>
              <a:t>동료평가는</a:t>
            </a:r>
            <a:r>
              <a:rPr spc="-660" dirty="0"/>
              <a:t> 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8/21(</a:t>
            </a:r>
            <a:r>
              <a:rPr b="1" spc="-254" dirty="0">
                <a:solidFill>
                  <a:srgbClr val="6D8599"/>
                </a:solidFill>
                <a:latin typeface="Malgun Gothic"/>
                <a:cs typeface="Malgun Gothic"/>
              </a:rPr>
              <a:t>금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)</a:t>
            </a:r>
            <a:r>
              <a:rPr sz="2800" spc="-434" dirty="0">
                <a:solidFill>
                  <a:srgbClr val="6D8599"/>
                </a:solidFill>
                <a:latin typeface="Arial Black"/>
                <a:cs typeface="Arial Black"/>
              </a:rPr>
              <a:t> </a:t>
            </a:r>
            <a:r>
              <a:rPr sz="2800" spc="-335" dirty="0">
                <a:solidFill>
                  <a:srgbClr val="6D8599"/>
                </a:solidFill>
                <a:latin typeface="Arial Black"/>
                <a:cs typeface="Arial Black"/>
              </a:rPr>
              <a:t>24:00</a:t>
            </a:r>
            <a:r>
              <a:rPr spc="-335" dirty="0"/>
              <a:t>까지</a:t>
            </a:r>
            <a:r>
              <a:rPr spc="-415" dirty="0"/>
              <a:t> </a:t>
            </a:r>
            <a:r>
              <a:rPr spc="-615" dirty="0"/>
              <a:t>가능합니다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2800" dirty="0">
              <a:latin typeface="Verdana"/>
              <a:cs typeface="Verdana"/>
            </a:endParaRPr>
          </a:p>
          <a:p>
            <a:pPr marR="1341120" algn="r">
              <a:lnSpc>
                <a:spcPct val="100000"/>
              </a:lnSpc>
            </a:pPr>
            <a:r>
              <a:rPr spc="-670" dirty="0"/>
              <a:t>실제</a:t>
            </a:r>
            <a:r>
              <a:rPr spc="-505" dirty="0"/>
              <a:t> </a:t>
            </a:r>
            <a:r>
              <a:rPr spc="-590" dirty="0"/>
              <a:t>구현</a:t>
            </a:r>
            <a:r>
              <a:rPr sz="2800" spc="-590" dirty="0">
                <a:latin typeface="Verdana"/>
                <a:cs typeface="Verdana"/>
              </a:rPr>
              <a:t>(</a:t>
            </a:r>
            <a:r>
              <a:rPr spc="-590" dirty="0"/>
              <a:t>코딩</a:t>
            </a:r>
            <a:r>
              <a:rPr sz="2800" spc="-590" dirty="0">
                <a:latin typeface="Verdana"/>
                <a:cs typeface="Verdana"/>
              </a:rPr>
              <a:t>)</a:t>
            </a:r>
            <a:r>
              <a:rPr sz="2800" spc="-465" dirty="0">
                <a:latin typeface="Verdana"/>
                <a:cs typeface="Verdana"/>
              </a:rPr>
              <a:t> </a:t>
            </a:r>
            <a:r>
              <a:rPr spc="-720" dirty="0"/>
              <a:t>없이</a:t>
            </a:r>
            <a:r>
              <a:rPr spc="-400" dirty="0"/>
              <a:t> </a:t>
            </a:r>
            <a:r>
              <a:rPr spc="-625" dirty="0"/>
              <a:t>기획안과</a:t>
            </a:r>
            <a:r>
              <a:rPr spc="-720" dirty="0"/>
              <a:t> </a:t>
            </a:r>
            <a:r>
              <a:rPr spc="-635" dirty="0"/>
              <a:t>발표자료만</a:t>
            </a:r>
            <a:r>
              <a:rPr spc="-695" dirty="0"/>
              <a:t> </a:t>
            </a:r>
            <a:r>
              <a:rPr spc="-710" dirty="0"/>
              <a:t>작성</a:t>
            </a:r>
            <a:r>
              <a:rPr spc="-430" dirty="0"/>
              <a:t> </a:t>
            </a:r>
            <a:r>
              <a:rPr spc="-505" dirty="0"/>
              <a:t>후</a:t>
            </a:r>
            <a:r>
              <a:rPr spc="-665" dirty="0"/>
              <a:t> </a:t>
            </a:r>
            <a:r>
              <a:rPr spc="-635" dirty="0"/>
              <a:t>제출해도</a:t>
            </a:r>
            <a:r>
              <a:rPr spc="-665" dirty="0"/>
              <a:t> </a:t>
            </a:r>
            <a:r>
              <a:rPr spc="-550" dirty="0"/>
              <a:t>되나요</a:t>
            </a:r>
            <a:r>
              <a:rPr sz="2800" spc="-550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R="1252855" algn="r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484" dirty="0"/>
              <a:t>네</a:t>
            </a:r>
            <a:r>
              <a:rPr sz="2800" spc="-484" dirty="0">
                <a:latin typeface="Verdana"/>
                <a:cs typeface="Verdana"/>
              </a:rPr>
              <a:t>,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85" dirty="0"/>
              <a:t>맞습니다</a:t>
            </a:r>
            <a:r>
              <a:rPr sz="2800" spc="-585" dirty="0">
                <a:latin typeface="Verdana"/>
                <a:cs typeface="Verdana"/>
              </a:rPr>
              <a:t>!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05" dirty="0"/>
              <a:t>본</a:t>
            </a:r>
            <a:r>
              <a:rPr spc="-650" dirty="0"/>
              <a:t> </a:t>
            </a:r>
            <a:r>
              <a:rPr spc="-655" dirty="0"/>
              <a:t>아이디어톤은</a:t>
            </a:r>
            <a:r>
              <a:rPr spc="-650" dirty="0"/>
              <a:t> </a:t>
            </a:r>
            <a:r>
              <a:rPr b="1" spc="-625" dirty="0">
                <a:solidFill>
                  <a:srgbClr val="6D8599"/>
                </a:solidFill>
                <a:latin typeface="Malgun Gothic"/>
                <a:cs typeface="Malgun Gothic"/>
              </a:rPr>
              <a:t>기획안과</a:t>
            </a:r>
            <a:r>
              <a:rPr b="1" spc="-77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30" dirty="0">
                <a:solidFill>
                  <a:srgbClr val="6D8599"/>
                </a:solidFill>
                <a:latin typeface="Malgun Gothic"/>
                <a:cs typeface="Malgun Gothic"/>
              </a:rPr>
              <a:t>발표자료만</a:t>
            </a:r>
            <a:r>
              <a:rPr b="1" spc="-755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15" dirty="0">
                <a:solidFill>
                  <a:srgbClr val="6D8599"/>
                </a:solidFill>
                <a:latin typeface="Malgun Gothic"/>
                <a:cs typeface="Malgun Gothic"/>
              </a:rPr>
              <a:t>필수</a:t>
            </a:r>
            <a:r>
              <a:rPr spc="-615" dirty="0"/>
              <a:t>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693420">
              <a:lnSpc>
                <a:spcPct val="100000"/>
              </a:lnSpc>
              <a:spcBef>
                <a:spcPts val="120"/>
              </a:spcBef>
            </a:pPr>
            <a:r>
              <a:rPr spc="-635" dirty="0"/>
              <a:t>구현은</a:t>
            </a:r>
            <a:r>
              <a:rPr spc="-650" dirty="0"/>
              <a:t> </a:t>
            </a:r>
            <a:r>
              <a:rPr spc="-635" dirty="0"/>
              <a:t>선택사항입니다</a:t>
            </a:r>
            <a:r>
              <a:rPr sz="2800" spc="-63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-680" dirty="0"/>
              <a:t>팀원</a:t>
            </a:r>
            <a:r>
              <a:rPr spc="-500" dirty="0"/>
              <a:t> </a:t>
            </a:r>
            <a:r>
              <a:rPr spc="-505" dirty="0"/>
              <a:t>중</a:t>
            </a:r>
            <a:r>
              <a:rPr spc="-655" dirty="0"/>
              <a:t> </a:t>
            </a:r>
            <a:r>
              <a:rPr spc="-700" dirty="0"/>
              <a:t>연락이</a:t>
            </a:r>
            <a:r>
              <a:rPr spc="-409" dirty="0"/>
              <a:t> </a:t>
            </a:r>
            <a:r>
              <a:rPr spc="-715" dirty="0"/>
              <a:t>되지</a:t>
            </a:r>
            <a:r>
              <a:rPr spc="-415" dirty="0"/>
              <a:t> </a:t>
            </a:r>
            <a:r>
              <a:rPr spc="-585" dirty="0"/>
              <a:t>않거나</a:t>
            </a:r>
            <a:r>
              <a:rPr sz="2800" spc="-585" dirty="0">
                <a:latin typeface="Verdana"/>
                <a:cs typeface="Verdana"/>
              </a:rPr>
              <a:t>,</a:t>
            </a:r>
            <a:r>
              <a:rPr sz="2800" spc="-470" dirty="0">
                <a:latin typeface="Verdana"/>
                <a:cs typeface="Verdana"/>
              </a:rPr>
              <a:t> </a:t>
            </a:r>
            <a:r>
              <a:rPr spc="-635" dirty="0"/>
              <a:t>불참하는</a:t>
            </a:r>
            <a:r>
              <a:rPr spc="-660" dirty="0"/>
              <a:t> </a:t>
            </a:r>
            <a:r>
              <a:rPr spc="-615" dirty="0"/>
              <a:t>경우는</a:t>
            </a:r>
            <a:r>
              <a:rPr spc="-660" dirty="0"/>
              <a:t> </a:t>
            </a:r>
            <a:r>
              <a:rPr spc="-670" dirty="0"/>
              <a:t>어떻게</a:t>
            </a:r>
            <a:r>
              <a:rPr spc="-500" dirty="0"/>
              <a:t> </a:t>
            </a:r>
            <a:r>
              <a:rPr spc="-555" dirty="0"/>
              <a:t>하나요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760" dirty="0"/>
              <a:t>팀</a:t>
            </a:r>
            <a:r>
              <a:rPr spc="-395" dirty="0"/>
              <a:t> </a:t>
            </a:r>
            <a:r>
              <a:rPr spc="-695" dirty="0"/>
              <a:t>내</a:t>
            </a:r>
            <a:r>
              <a:rPr spc="-484" dirty="0"/>
              <a:t> </a:t>
            </a:r>
            <a:r>
              <a:rPr spc="-620" dirty="0"/>
              <a:t>이탈자가</a:t>
            </a:r>
            <a:r>
              <a:rPr spc="-720" dirty="0"/>
              <a:t> </a:t>
            </a:r>
            <a:r>
              <a:rPr spc="-680" dirty="0"/>
              <a:t>생겼다면</a:t>
            </a:r>
            <a:r>
              <a:rPr spc="-484" dirty="0"/>
              <a:t> </a:t>
            </a:r>
            <a:r>
              <a:rPr sz="2800" spc="-325" dirty="0">
                <a:solidFill>
                  <a:srgbClr val="6D8599"/>
                </a:solidFill>
                <a:latin typeface="Arial Black"/>
                <a:cs typeface="Arial Black"/>
              </a:rPr>
              <a:t>@Codyssey_</a:t>
            </a:r>
            <a:r>
              <a:rPr b="1" spc="-325" dirty="0">
                <a:solidFill>
                  <a:srgbClr val="6D8599"/>
                </a:solidFill>
                <a:latin typeface="Malgun Gothic"/>
                <a:cs typeface="Malgun Gothic"/>
              </a:rPr>
              <a:t>수달</a:t>
            </a:r>
            <a:r>
              <a:rPr spc="-325" dirty="0"/>
              <a:t>에게</a:t>
            </a:r>
            <a:r>
              <a:rPr spc="-495" dirty="0"/>
              <a:t> </a:t>
            </a:r>
            <a:r>
              <a:rPr spc="-620" dirty="0"/>
              <a:t>알려주세요</a:t>
            </a:r>
            <a:r>
              <a:rPr sz="2800" spc="-620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1297940">
              <a:lnSpc>
                <a:spcPct val="100000"/>
              </a:lnSpc>
              <a:spcBef>
                <a:spcPts val="120"/>
              </a:spcBef>
            </a:pPr>
            <a:r>
              <a:rPr spc="-595" dirty="0"/>
              <a:t>이탈자</a:t>
            </a:r>
            <a:r>
              <a:rPr spc="-750" dirty="0"/>
              <a:t> </a:t>
            </a:r>
            <a:r>
              <a:rPr spc="-695" dirty="0"/>
              <a:t>본인이</a:t>
            </a:r>
            <a:r>
              <a:rPr spc="-405" dirty="0"/>
              <a:t> </a:t>
            </a:r>
            <a:r>
              <a:rPr spc="-720" dirty="0"/>
              <a:t>직접</a:t>
            </a:r>
            <a:r>
              <a:rPr spc="-430" dirty="0"/>
              <a:t> </a:t>
            </a:r>
            <a:r>
              <a:rPr spc="-635" dirty="0"/>
              <a:t>연락하는</a:t>
            </a:r>
            <a:r>
              <a:rPr spc="-660" dirty="0"/>
              <a:t> </a:t>
            </a:r>
            <a:r>
              <a:rPr spc="-720" dirty="0"/>
              <a:t>것이</a:t>
            </a:r>
            <a:r>
              <a:rPr spc="-409" dirty="0"/>
              <a:t> </a:t>
            </a:r>
            <a:r>
              <a:rPr spc="-570" dirty="0"/>
              <a:t>가장</a:t>
            </a:r>
            <a:r>
              <a:rPr spc="-715" dirty="0"/>
              <a:t> </a:t>
            </a:r>
            <a:r>
              <a:rPr spc="-595" dirty="0"/>
              <a:t>좋으나</a:t>
            </a:r>
            <a:r>
              <a:rPr sz="2800" spc="-595" dirty="0">
                <a:latin typeface="Verdana"/>
                <a:cs typeface="Verdana"/>
              </a:rPr>
              <a:t>,</a:t>
            </a:r>
            <a:endParaRPr sz="2800" dirty="0">
              <a:latin typeface="Verdana"/>
              <a:cs typeface="Verdana"/>
            </a:endParaRPr>
          </a:p>
          <a:p>
            <a:pPr marL="1243330" marR="201930" indent="53975">
              <a:lnSpc>
                <a:spcPct val="103200"/>
              </a:lnSpc>
            </a:pPr>
            <a:r>
              <a:rPr spc="-575" dirty="0"/>
              <a:t>연락</a:t>
            </a:r>
            <a:r>
              <a:rPr spc="-715" dirty="0"/>
              <a:t> </a:t>
            </a:r>
            <a:r>
              <a:rPr spc="-650" dirty="0"/>
              <a:t>두절</a:t>
            </a:r>
            <a:r>
              <a:rPr spc="-535" dirty="0"/>
              <a:t> </a:t>
            </a:r>
            <a:r>
              <a:rPr spc="-685" dirty="0"/>
              <a:t>상태라면</a:t>
            </a:r>
            <a:r>
              <a:rPr spc="-490" dirty="0"/>
              <a:t> </a:t>
            </a:r>
            <a:r>
              <a:rPr spc="-680" dirty="0"/>
              <a:t>팀원</a:t>
            </a:r>
            <a:r>
              <a:rPr spc="-490" dirty="0"/>
              <a:t> </a:t>
            </a:r>
            <a:r>
              <a:rPr spc="-505" dirty="0"/>
              <a:t>중</a:t>
            </a:r>
            <a:r>
              <a:rPr spc="-660" dirty="0"/>
              <a:t> </a:t>
            </a:r>
            <a:r>
              <a:rPr spc="-475" dirty="0"/>
              <a:t>한</a:t>
            </a:r>
            <a:r>
              <a:rPr spc="-710" dirty="0"/>
              <a:t> </a:t>
            </a:r>
            <a:r>
              <a:rPr spc="-715" dirty="0"/>
              <a:t>분이</a:t>
            </a:r>
            <a:r>
              <a:rPr spc="-409" dirty="0"/>
              <a:t> </a:t>
            </a:r>
            <a:r>
              <a:rPr spc="-620" dirty="0"/>
              <a:t>성함을</a:t>
            </a:r>
            <a:r>
              <a:rPr spc="-660" dirty="0"/>
              <a:t> </a:t>
            </a:r>
            <a:r>
              <a:rPr spc="-670" dirty="0"/>
              <a:t>제보해</a:t>
            </a:r>
            <a:r>
              <a:rPr spc="-495" dirty="0"/>
              <a:t> </a:t>
            </a:r>
            <a:r>
              <a:rPr spc="-700" dirty="0"/>
              <a:t>주시기</a:t>
            </a:r>
            <a:r>
              <a:rPr spc="-420" dirty="0"/>
              <a:t> </a:t>
            </a:r>
            <a:r>
              <a:rPr spc="-615" dirty="0"/>
              <a:t>바랍니다</a:t>
            </a:r>
            <a:r>
              <a:rPr sz="2800" spc="-615" dirty="0">
                <a:latin typeface="Verdana"/>
                <a:cs typeface="Verdana"/>
              </a:rPr>
              <a:t>. </a:t>
            </a:r>
            <a:r>
              <a:rPr spc="-505" dirty="0"/>
              <a:t>그</a:t>
            </a:r>
            <a:r>
              <a:rPr spc="-675" dirty="0"/>
              <a:t> </a:t>
            </a:r>
            <a:r>
              <a:rPr spc="-760" dirty="0"/>
              <a:t>외</a:t>
            </a:r>
            <a:r>
              <a:rPr spc="-405" dirty="0"/>
              <a:t> </a:t>
            </a:r>
            <a:r>
              <a:rPr spc="-630" dirty="0"/>
              <a:t>인원은</a:t>
            </a:r>
            <a:r>
              <a:rPr spc="-660" dirty="0"/>
              <a:t> </a:t>
            </a:r>
            <a:r>
              <a:rPr spc="-570" dirty="0"/>
              <a:t>중단</a:t>
            </a:r>
            <a:r>
              <a:rPr spc="-700" dirty="0"/>
              <a:t> </a:t>
            </a:r>
            <a:r>
              <a:rPr spc="-720" dirty="0"/>
              <a:t>없이</a:t>
            </a:r>
            <a:r>
              <a:rPr spc="-405" dirty="0"/>
              <a:t> </a:t>
            </a:r>
            <a:r>
              <a:rPr spc="-640" dirty="0"/>
              <a:t>프로젝트를</a:t>
            </a:r>
            <a:r>
              <a:rPr spc="-670" dirty="0"/>
              <a:t> </a:t>
            </a:r>
            <a:r>
              <a:rPr spc="-590" dirty="0"/>
              <a:t>계속</a:t>
            </a:r>
            <a:r>
              <a:rPr spc="-665" dirty="0"/>
              <a:t> 진행해</a:t>
            </a:r>
            <a:r>
              <a:rPr spc="-495" dirty="0"/>
              <a:t> </a:t>
            </a:r>
            <a:r>
              <a:rPr spc="-680" dirty="0"/>
              <a:t>주시면</a:t>
            </a:r>
            <a:r>
              <a:rPr spc="-490" dirty="0"/>
              <a:t> </a:t>
            </a:r>
            <a:r>
              <a:rPr spc="-570" dirty="0"/>
              <a:t>되며</a:t>
            </a:r>
            <a:r>
              <a:rPr sz="2800" spc="-570" dirty="0">
                <a:latin typeface="Verdana"/>
                <a:cs typeface="Verdana"/>
              </a:rPr>
              <a:t>, </a:t>
            </a:r>
            <a:r>
              <a:rPr spc="-685" dirty="0"/>
              <a:t>운영진에서</a:t>
            </a:r>
            <a:r>
              <a:rPr spc="-434" dirty="0"/>
              <a:t> </a:t>
            </a:r>
            <a:r>
              <a:rPr spc="-585" dirty="0"/>
              <a:t>최종</a:t>
            </a:r>
            <a:r>
              <a:rPr spc="-655" dirty="0"/>
              <a:t> </a:t>
            </a:r>
            <a:r>
              <a:rPr spc="-570" dirty="0"/>
              <a:t>이탈</a:t>
            </a:r>
            <a:r>
              <a:rPr spc="-700" dirty="0"/>
              <a:t> </a:t>
            </a:r>
            <a:r>
              <a:rPr spc="-620" dirty="0"/>
              <a:t>여부를</a:t>
            </a:r>
            <a:r>
              <a:rPr spc="-670" dirty="0"/>
              <a:t> </a:t>
            </a:r>
            <a:r>
              <a:rPr spc="-610" dirty="0"/>
              <a:t>확인할</a:t>
            </a:r>
            <a:r>
              <a:rPr spc="-710" dirty="0"/>
              <a:t> </a:t>
            </a:r>
            <a:r>
              <a:rPr spc="-615" dirty="0"/>
              <a:t>예정입니다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9BB9-091D-59E6-0417-9E26F1B5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636A3B4-6473-E0AD-09FF-EB5350A8E32C}"/>
              </a:ext>
            </a:extLst>
          </p:cNvPr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D649C28-C433-79A2-075E-B20BDE7257D5}"/>
              </a:ext>
            </a:extLst>
          </p:cNvPr>
          <p:cNvSpPr txBox="1"/>
          <p:nvPr/>
        </p:nvSpPr>
        <p:spPr>
          <a:xfrm>
            <a:off x="6495051" y="305205"/>
            <a:ext cx="529780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0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2000" spc="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250" spc="-385" dirty="0">
                <a:solidFill>
                  <a:srgbClr val="535353"/>
                </a:solidFill>
                <a:latin typeface="Malgun Gothic"/>
                <a:cs typeface="Malgun Gothic"/>
              </a:rPr>
              <a:t>올인원</a:t>
            </a:r>
            <a:r>
              <a:rPr sz="2250" spc="-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spc="-315" dirty="0">
                <a:solidFill>
                  <a:srgbClr val="535353"/>
                </a:solidFill>
                <a:latin typeface="Verdana"/>
                <a:cs typeface="Verdana"/>
              </a:rPr>
              <a:t>2</a:t>
            </a:r>
            <a:r>
              <a:rPr sz="2250" spc="-315" dirty="0">
                <a:solidFill>
                  <a:srgbClr val="535353"/>
                </a:solidFill>
                <a:latin typeface="Malgun Gothic"/>
                <a:cs typeface="Malgun Gothic"/>
              </a:rPr>
              <a:t>기</a:t>
            </a:r>
            <a:r>
              <a:rPr sz="2250" spc="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540" dirty="0">
                <a:solidFill>
                  <a:srgbClr val="535353"/>
                </a:solidFill>
                <a:latin typeface="Malgun Gothic"/>
                <a:cs typeface="Malgun Gothic"/>
              </a:rPr>
              <a:t>입</a:t>
            </a:r>
            <a:r>
              <a:rPr sz="2250" spc="-57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360" dirty="0">
                <a:solidFill>
                  <a:srgbClr val="535353"/>
                </a:solidFill>
                <a:latin typeface="Malgun Gothic"/>
                <a:cs typeface="Malgun Gothic"/>
              </a:rPr>
              <a:t>학연수과정</a:t>
            </a:r>
            <a:r>
              <a:rPr sz="2250" spc="3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535353"/>
                </a:solidFill>
                <a:latin typeface="Verdana"/>
                <a:cs typeface="Verdana"/>
              </a:rPr>
              <a:t>TERM-</a:t>
            </a:r>
            <a:r>
              <a:rPr sz="2000" spc="8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81ECD05C-968D-151B-D051-73BAB178DD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879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30"/>
              </a:spcBef>
            </a:pPr>
            <a:r>
              <a:rPr spc="-4290" dirty="0">
                <a:solidFill>
                  <a:srgbClr val="231F20"/>
                </a:solidFill>
                <a:latin typeface="Verdana"/>
                <a:cs typeface="Verdana"/>
              </a:rPr>
              <a:t>Q</a:t>
            </a:r>
            <a:r>
              <a:rPr sz="5700" spc="-360" dirty="0"/>
              <a:t>Q</a:t>
            </a:r>
            <a:r>
              <a:rPr sz="5700" spc="-4145" dirty="0"/>
              <a:t>N</a:t>
            </a:r>
            <a:r>
              <a:rPr spc="-3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pc="-3754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5700" spc="5" dirty="0"/>
              <a:t>A</a:t>
            </a:r>
            <a:endParaRPr sz="5700">
              <a:latin typeface="Verdana"/>
              <a:cs typeface="Verdana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5D68C35-E760-461F-8D71-A9CCCB3D4D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3427" y="2541178"/>
            <a:ext cx="123825" cy="123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181E810B-EE6C-886A-8373-C3823CACCF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3427" y="4027078"/>
            <a:ext cx="123825" cy="12382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C30C2793-5CB3-C9E2-922A-3D8E802CF3A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3427" y="6008278"/>
            <a:ext cx="123825" cy="12382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1C9378D5-F393-CB8F-F596-7BB9971989E1}"/>
              </a:ext>
            </a:extLst>
          </p:cNvPr>
          <p:cNvSpPr/>
          <p:nvPr/>
        </p:nvSpPr>
        <p:spPr>
          <a:xfrm>
            <a:off x="3053102" y="69988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1FC57F7-C4D9-7F57-8E54-B6A917474CFD}"/>
              </a:ext>
            </a:extLst>
          </p:cNvPr>
          <p:cNvSpPr/>
          <p:nvPr/>
        </p:nvSpPr>
        <p:spPr>
          <a:xfrm>
            <a:off x="3053102" y="79894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A8E9E5A-AF9D-CCD6-CA27-0815FA5CB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210" dirty="0">
                <a:latin typeface="Verdana"/>
                <a:cs typeface="Verdana"/>
              </a:rPr>
              <a:t>Term-</a:t>
            </a:r>
            <a:r>
              <a:rPr sz="2800" spc="-145" dirty="0">
                <a:latin typeface="Verdana"/>
                <a:cs typeface="Verdana"/>
              </a:rPr>
              <a:t>Project</a:t>
            </a:r>
            <a:r>
              <a:rPr spc="-145" dirty="0"/>
              <a:t>와</a:t>
            </a:r>
            <a:r>
              <a:rPr spc="-710" dirty="0"/>
              <a:t> </a:t>
            </a:r>
            <a:r>
              <a:rPr spc="-590" dirty="0"/>
              <a:t>다른</a:t>
            </a:r>
            <a:r>
              <a:rPr spc="-645" dirty="0"/>
              <a:t> </a:t>
            </a:r>
            <a:r>
              <a:rPr spc="-610" dirty="0"/>
              <a:t>미션을</a:t>
            </a:r>
            <a:r>
              <a:rPr spc="-635" dirty="0"/>
              <a:t> </a:t>
            </a:r>
            <a:r>
              <a:rPr spc="-610" dirty="0"/>
              <a:t>병행할</a:t>
            </a:r>
            <a:r>
              <a:rPr spc="-695" dirty="0"/>
              <a:t> </a:t>
            </a:r>
            <a:r>
              <a:rPr spc="-505" dirty="0"/>
              <a:t>수</a:t>
            </a:r>
            <a:r>
              <a:rPr spc="-635" dirty="0"/>
              <a:t> </a:t>
            </a:r>
            <a:r>
              <a:rPr spc="-555" dirty="0"/>
              <a:t>있나요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pc="-605" dirty="0"/>
              <a:t>가능합니다</a:t>
            </a:r>
            <a:r>
              <a:rPr sz="2800" spc="-605" dirty="0">
                <a:latin typeface="Verdana"/>
                <a:cs typeface="Verdana"/>
              </a:rPr>
              <a:t>.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600" dirty="0"/>
              <a:t>교육장</a:t>
            </a:r>
            <a:r>
              <a:rPr spc="-715" dirty="0"/>
              <a:t> </a:t>
            </a:r>
            <a:r>
              <a:rPr spc="-595" dirty="0"/>
              <a:t>사용</a:t>
            </a:r>
            <a:r>
              <a:rPr spc="-650" dirty="0"/>
              <a:t> </a:t>
            </a:r>
            <a:r>
              <a:rPr spc="-600" dirty="0"/>
              <a:t>및</a:t>
            </a:r>
            <a:r>
              <a:rPr spc="-570" dirty="0"/>
              <a:t> </a:t>
            </a:r>
            <a:r>
              <a:rPr spc="-635" dirty="0"/>
              <a:t>동료평가는</a:t>
            </a:r>
            <a:r>
              <a:rPr spc="-660" dirty="0"/>
              <a:t> 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8/21(</a:t>
            </a:r>
            <a:r>
              <a:rPr b="1" spc="-254" dirty="0">
                <a:solidFill>
                  <a:srgbClr val="6D8599"/>
                </a:solidFill>
                <a:latin typeface="Malgun Gothic"/>
                <a:cs typeface="Malgun Gothic"/>
              </a:rPr>
              <a:t>금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)</a:t>
            </a:r>
            <a:r>
              <a:rPr sz="2800" spc="-434" dirty="0">
                <a:solidFill>
                  <a:srgbClr val="6D8599"/>
                </a:solidFill>
                <a:latin typeface="Arial Black"/>
                <a:cs typeface="Arial Black"/>
              </a:rPr>
              <a:t> </a:t>
            </a:r>
            <a:r>
              <a:rPr sz="2800" spc="-335" dirty="0">
                <a:solidFill>
                  <a:srgbClr val="6D8599"/>
                </a:solidFill>
                <a:latin typeface="Arial Black"/>
                <a:cs typeface="Arial Black"/>
              </a:rPr>
              <a:t>24:00</a:t>
            </a:r>
            <a:r>
              <a:rPr spc="-335" dirty="0"/>
              <a:t>까지</a:t>
            </a:r>
            <a:r>
              <a:rPr spc="-415" dirty="0"/>
              <a:t> </a:t>
            </a:r>
            <a:r>
              <a:rPr spc="-615" dirty="0"/>
              <a:t>가능합니다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2800" dirty="0">
              <a:latin typeface="Verdana"/>
              <a:cs typeface="Verdana"/>
            </a:endParaRPr>
          </a:p>
          <a:p>
            <a:pPr marR="1341120" algn="r">
              <a:lnSpc>
                <a:spcPct val="100000"/>
              </a:lnSpc>
            </a:pPr>
            <a:r>
              <a:rPr spc="-670" dirty="0"/>
              <a:t>실제</a:t>
            </a:r>
            <a:r>
              <a:rPr spc="-505" dirty="0"/>
              <a:t> </a:t>
            </a:r>
            <a:r>
              <a:rPr spc="-590" dirty="0"/>
              <a:t>구현</a:t>
            </a:r>
            <a:r>
              <a:rPr sz="2800" spc="-590" dirty="0">
                <a:latin typeface="Verdana"/>
                <a:cs typeface="Verdana"/>
              </a:rPr>
              <a:t>(</a:t>
            </a:r>
            <a:r>
              <a:rPr spc="-590" dirty="0"/>
              <a:t>코딩</a:t>
            </a:r>
            <a:r>
              <a:rPr sz="2800" spc="-590" dirty="0">
                <a:latin typeface="Verdana"/>
                <a:cs typeface="Verdana"/>
              </a:rPr>
              <a:t>)</a:t>
            </a:r>
            <a:r>
              <a:rPr sz="2800" spc="-465" dirty="0">
                <a:latin typeface="Verdana"/>
                <a:cs typeface="Verdana"/>
              </a:rPr>
              <a:t> </a:t>
            </a:r>
            <a:r>
              <a:rPr spc="-720" dirty="0"/>
              <a:t>없이</a:t>
            </a:r>
            <a:r>
              <a:rPr spc="-400" dirty="0"/>
              <a:t> </a:t>
            </a:r>
            <a:r>
              <a:rPr spc="-625" dirty="0"/>
              <a:t>기획안과</a:t>
            </a:r>
            <a:r>
              <a:rPr spc="-720" dirty="0"/>
              <a:t> </a:t>
            </a:r>
            <a:r>
              <a:rPr spc="-635" dirty="0"/>
              <a:t>발표자료만</a:t>
            </a:r>
            <a:r>
              <a:rPr spc="-695" dirty="0"/>
              <a:t> </a:t>
            </a:r>
            <a:r>
              <a:rPr spc="-710" dirty="0"/>
              <a:t>작성</a:t>
            </a:r>
            <a:r>
              <a:rPr spc="-430" dirty="0"/>
              <a:t> </a:t>
            </a:r>
            <a:r>
              <a:rPr spc="-505" dirty="0"/>
              <a:t>후</a:t>
            </a:r>
            <a:r>
              <a:rPr spc="-665" dirty="0"/>
              <a:t> </a:t>
            </a:r>
            <a:r>
              <a:rPr spc="-635" dirty="0"/>
              <a:t>제출해도</a:t>
            </a:r>
            <a:r>
              <a:rPr spc="-665" dirty="0"/>
              <a:t> </a:t>
            </a:r>
            <a:r>
              <a:rPr spc="-550" dirty="0"/>
              <a:t>되나요</a:t>
            </a:r>
            <a:r>
              <a:rPr sz="2800" spc="-550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R="1252855" algn="r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484" dirty="0"/>
              <a:t>네</a:t>
            </a:r>
            <a:r>
              <a:rPr sz="2800" spc="-484" dirty="0">
                <a:latin typeface="Verdana"/>
                <a:cs typeface="Verdana"/>
              </a:rPr>
              <a:t>,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85" dirty="0"/>
              <a:t>맞습니다</a:t>
            </a:r>
            <a:r>
              <a:rPr sz="2800" spc="-585" dirty="0">
                <a:latin typeface="Verdana"/>
                <a:cs typeface="Verdana"/>
              </a:rPr>
              <a:t>!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05" dirty="0"/>
              <a:t>본</a:t>
            </a:r>
            <a:r>
              <a:rPr spc="-650" dirty="0"/>
              <a:t> </a:t>
            </a:r>
            <a:r>
              <a:rPr spc="-655" dirty="0"/>
              <a:t>아이디어톤은</a:t>
            </a:r>
            <a:r>
              <a:rPr spc="-650" dirty="0"/>
              <a:t> </a:t>
            </a:r>
            <a:r>
              <a:rPr b="1" spc="-625" dirty="0">
                <a:solidFill>
                  <a:srgbClr val="6D8599"/>
                </a:solidFill>
                <a:latin typeface="Malgun Gothic"/>
                <a:cs typeface="Malgun Gothic"/>
              </a:rPr>
              <a:t>기획안과</a:t>
            </a:r>
            <a:r>
              <a:rPr b="1" spc="-77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30" dirty="0">
                <a:solidFill>
                  <a:srgbClr val="6D8599"/>
                </a:solidFill>
                <a:latin typeface="Malgun Gothic"/>
                <a:cs typeface="Malgun Gothic"/>
              </a:rPr>
              <a:t>발표자료만</a:t>
            </a:r>
            <a:r>
              <a:rPr b="1" spc="-755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15" dirty="0">
                <a:solidFill>
                  <a:srgbClr val="6D8599"/>
                </a:solidFill>
                <a:latin typeface="Malgun Gothic"/>
                <a:cs typeface="Malgun Gothic"/>
              </a:rPr>
              <a:t>필수</a:t>
            </a:r>
            <a:r>
              <a:rPr spc="-615" dirty="0"/>
              <a:t>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693420">
              <a:lnSpc>
                <a:spcPct val="100000"/>
              </a:lnSpc>
              <a:spcBef>
                <a:spcPts val="120"/>
              </a:spcBef>
            </a:pPr>
            <a:r>
              <a:rPr spc="-635" dirty="0"/>
              <a:t>구현은</a:t>
            </a:r>
            <a:r>
              <a:rPr spc="-650" dirty="0"/>
              <a:t> </a:t>
            </a:r>
            <a:r>
              <a:rPr spc="-635" dirty="0"/>
              <a:t>선택사항입니다</a:t>
            </a:r>
            <a:r>
              <a:rPr sz="2800" spc="-63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-680" dirty="0"/>
              <a:t>팀원</a:t>
            </a:r>
            <a:r>
              <a:rPr spc="-500" dirty="0"/>
              <a:t> </a:t>
            </a:r>
            <a:r>
              <a:rPr spc="-505" dirty="0"/>
              <a:t>중</a:t>
            </a:r>
            <a:r>
              <a:rPr spc="-655" dirty="0"/>
              <a:t> </a:t>
            </a:r>
            <a:r>
              <a:rPr spc="-700" dirty="0"/>
              <a:t>연락이</a:t>
            </a:r>
            <a:r>
              <a:rPr spc="-409" dirty="0"/>
              <a:t> </a:t>
            </a:r>
            <a:r>
              <a:rPr spc="-715" dirty="0"/>
              <a:t>되지</a:t>
            </a:r>
            <a:r>
              <a:rPr spc="-415" dirty="0"/>
              <a:t> </a:t>
            </a:r>
            <a:r>
              <a:rPr spc="-585" dirty="0"/>
              <a:t>않거나</a:t>
            </a:r>
            <a:r>
              <a:rPr sz="2800" spc="-585" dirty="0">
                <a:latin typeface="Verdana"/>
                <a:cs typeface="Verdana"/>
              </a:rPr>
              <a:t>,</a:t>
            </a:r>
            <a:r>
              <a:rPr sz="2800" spc="-470" dirty="0">
                <a:latin typeface="Verdana"/>
                <a:cs typeface="Verdana"/>
              </a:rPr>
              <a:t> </a:t>
            </a:r>
            <a:r>
              <a:rPr spc="-635" dirty="0"/>
              <a:t>불참하는</a:t>
            </a:r>
            <a:r>
              <a:rPr spc="-660" dirty="0"/>
              <a:t> </a:t>
            </a:r>
            <a:r>
              <a:rPr spc="-615" dirty="0"/>
              <a:t>경우는</a:t>
            </a:r>
            <a:r>
              <a:rPr spc="-660" dirty="0"/>
              <a:t> </a:t>
            </a:r>
            <a:r>
              <a:rPr spc="-670" dirty="0"/>
              <a:t>어떻게</a:t>
            </a:r>
            <a:r>
              <a:rPr spc="-500" dirty="0"/>
              <a:t> </a:t>
            </a:r>
            <a:r>
              <a:rPr spc="-555" dirty="0"/>
              <a:t>하나요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760" dirty="0"/>
              <a:t>팀</a:t>
            </a:r>
            <a:r>
              <a:rPr spc="-395" dirty="0"/>
              <a:t> </a:t>
            </a:r>
            <a:r>
              <a:rPr spc="-695" dirty="0"/>
              <a:t>내</a:t>
            </a:r>
            <a:r>
              <a:rPr spc="-484" dirty="0"/>
              <a:t> </a:t>
            </a:r>
            <a:r>
              <a:rPr spc="-620" dirty="0"/>
              <a:t>이탈자가</a:t>
            </a:r>
            <a:r>
              <a:rPr spc="-720" dirty="0"/>
              <a:t> </a:t>
            </a:r>
            <a:r>
              <a:rPr spc="-680" dirty="0"/>
              <a:t>생겼다면</a:t>
            </a:r>
            <a:r>
              <a:rPr spc="-484" dirty="0"/>
              <a:t> </a:t>
            </a:r>
            <a:r>
              <a:rPr sz="2800" spc="-325" dirty="0">
                <a:solidFill>
                  <a:srgbClr val="6D8599"/>
                </a:solidFill>
                <a:latin typeface="Arial Black"/>
                <a:cs typeface="Arial Black"/>
              </a:rPr>
              <a:t>@Codyssey_</a:t>
            </a:r>
            <a:r>
              <a:rPr b="1" spc="-325" dirty="0">
                <a:solidFill>
                  <a:srgbClr val="6D8599"/>
                </a:solidFill>
                <a:latin typeface="Malgun Gothic"/>
                <a:cs typeface="Malgun Gothic"/>
              </a:rPr>
              <a:t>수달</a:t>
            </a:r>
            <a:r>
              <a:rPr spc="-325" dirty="0"/>
              <a:t>에게</a:t>
            </a:r>
            <a:r>
              <a:rPr spc="-495" dirty="0"/>
              <a:t> </a:t>
            </a:r>
            <a:r>
              <a:rPr spc="-620" dirty="0"/>
              <a:t>알려주세요</a:t>
            </a:r>
            <a:r>
              <a:rPr sz="2800" spc="-620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1297940">
              <a:lnSpc>
                <a:spcPct val="100000"/>
              </a:lnSpc>
              <a:spcBef>
                <a:spcPts val="120"/>
              </a:spcBef>
            </a:pPr>
            <a:r>
              <a:rPr spc="-595" dirty="0"/>
              <a:t>이탈자</a:t>
            </a:r>
            <a:r>
              <a:rPr spc="-750" dirty="0"/>
              <a:t> </a:t>
            </a:r>
            <a:r>
              <a:rPr spc="-695" dirty="0"/>
              <a:t>본인이</a:t>
            </a:r>
            <a:r>
              <a:rPr spc="-405" dirty="0"/>
              <a:t> </a:t>
            </a:r>
            <a:r>
              <a:rPr spc="-720" dirty="0"/>
              <a:t>직접</a:t>
            </a:r>
            <a:r>
              <a:rPr spc="-430" dirty="0"/>
              <a:t> </a:t>
            </a:r>
            <a:r>
              <a:rPr spc="-635" dirty="0"/>
              <a:t>연락하는</a:t>
            </a:r>
            <a:r>
              <a:rPr spc="-660" dirty="0"/>
              <a:t> </a:t>
            </a:r>
            <a:r>
              <a:rPr spc="-720" dirty="0"/>
              <a:t>것이</a:t>
            </a:r>
            <a:r>
              <a:rPr spc="-409" dirty="0"/>
              <a:t> </a:t>
            </a:r>
            <a:r>
              <a:rPr spc="-570" dirty="0"/>
              <a:t>가장</a:t>
            </a:r>
            <a:r>
              <a:rPr spc="-715" dirty="0"/>
              <a:t> </a:t>
            </a:r>
            <a:r>
              <a:rPr spc="-595" dirty="0"/>
              <a:t>좋으나</a:t>
            </a:r>
            <a:r>
              <a:rPr sz="2800" spc="-595" dirty="0">
                <a:latin typeface="Verdana"/>
                <a:cs typeface="Verdana"/>
              </a:rPr>
              <a:t>,</a:t>
            </a:r>
            <a:endParaRPr sz="2800" dirty="0">
              <a:latin typeface="Verdana"/>
              <a:cs typeface="Verdana"/>
            </a:endParaRPr>
          </a:p>
          <a:p>
            <a:pPr marL="1243330" marR="201930" indent="53975">
              <a:lnSpc>
                <a:spcPct val="103200"/>
              </a:lnSpc>
            </a:pPr>
            <a:r>
              <a:rPr spc="-575" dirty="0"/>
              <a:t>연락</a:t>
            </a:r>
            <a:r>
              <a:rPr spc="-715" dirty="0"/>
              <a:t> </a:t>
            </a:r>
            <a:r>
              <a:rPr spc="-650" dirty="0"/>
              <a:t>두절</a:t>
            </a:r>
            <a:r>
              <a:rPr spc="-535" dirty="0"/>
              <a:t> </a:t>
            </a:r>
            <a:r>
              <a:rPr spc="-685" dirty="0"/>
              <a:t>상태라면</a:t>
            </a:r>
            <a:r>
              <a:rPr spc="-490" dirty="0"/>
              <a:t> </a:t>
            </a:r>
            <a:r>
              <a:rPr spc="-680" dirty="0"/>
              <a:t>팀원</a:t>
            </a:r>
            <a:r>
              <a:rPr spc="-490" dirty="0"/>
              <a:t> </a:t>
            </a:r>
            <a:r>
              <a:rPr spc="-505" dirty="0"/>
              <a:t>중</a:t>
            </a:r>
            <a:r>
              <a:rPr spc="-660" dirty="0"/>
              <a:t> </a:t>
            </a:r>
            <a:r>
              <a:rPr spc="-475" dirty="0"/>
              <a:t>한</a:t>
            </a:r>
            <a:r>
              <a:rPr spc="-710" dirty="0"/>
              <a:t> </a:t>
            </a:r>
            <a:r>
              <a:rPr spc="-715" dirty="0"/>
              <a:t>분이</a:t>
            </a:r>
            <a:r>
              <a:rPr spc="-409" dirty="0"/>
              <a:t> </a:t>
            </a:r>
            <a:r>
              <a:rPr spc="-620" dirty="0"/>
              <a:t>성함을</a:t>
            </a:r>
            <a:r>
              <a:rPr spc="-660" dirty="0"/>
              <a:t> </a:t>
            </a:r>
            <a:r>
              <a:rPr spc="-670" dirty="0"/>
              <a:t>제보해</a:t>
            </a:r>
            <a:r>
              <a:rPr spc="-495" dirty="0"/>
              <a:t> </a:t>
            </a:r>
            <a:r>
              <a:rPr spc="-700" dirty="0"/>
              <a:t>주시기</a:t>
            </a:r>
            <a:r>
              <a:rPr spc="-420" dirty="0"/>
              <a:t> </a:t>
            </a:r>
            <a:r>
              <a:rPr spc="-615" dirty="0"/>
              <a:t>바랍니다</a:t>
            </a:r>
            <a:r>
              <a:rPr sz="2800" spc="-615" dirty="0">
                <a:latin typeface="Verdana"/>
                <a:cs typeface="Verdana"/>
              </a:rPr>
              <a:t>. </a:t>
            </a:r>
            <a:r>
              <a:rPr spc="-505" dirty="0"/>
              <a:t>그</a:t>
            </a:r>
            <a:r>
              <a:rPr spc="-675" dirty="0"/>
              <a:t> </a:t>
            </a:r>
            <a:r>
              <a:rPr spc="-760" dirty="0"/>
              <a:t>외</a:t>
            </a:r>
            <a:r>
              <a:rPr spc="-405" dirty="0"/>
              <a:t> </a:t>
            </a:r>
            <a:r>
              <a:rPr spc="-630" dirty="0"/>
              <a:t>인원은</a:t>
            </a:r>
            <a:r>
              <a:rPr spc="-660" dirty="0"/>
              <a:t> </a:t>
            </a:r>
            <a:r>
              <a:rPr spc="-570" dirty="0"/>
              <a:t>중단</a:t>
            </a:r>
            <a:r>
              <a:rPr spc="-700" dirty="0"/>
              <a:t> </a:t>
            </a:r>
            <a:r>
              <a:rPr spc="-720" dirty="0"/>
              <a:t>없이</a:t>
            </a:r>
            <a:r>
              <a:rPr spc="-405" dirty="0"/>
              <a:t> </a:t>
            </a:r>
            <a:r>
              <a:rPr spc="-640" dirty="0"/>
              <a:t>프로젝트를</a:t>
            </a:r>
            <a:r>
              <a:rPr spc="-670" dirty="0"/>
              <a:t> </a:t>
            </a:r>
            <a:r>
              <a:rPr spc="-590" dirty="0"/>
              <a:t>계속</a:t>
            </a:r>
            <a:r>
              <a:rPr spc="-665" dirty="0"/>
              <a:t> 진행해</a:t>
            </a:r>
            <a:r>
              <a:rPr spc="-495" dirty="0"/>
              <a:t> </a:t>
            </a:r>
            <a:r>
              <a:rPr spc="-680" dirty="0"/>
              <a:t>주시면</a:t>
            </a:r>
            <a:r>
              <a:rPr spc="-490" dirty="0"/>
              <a:t> </a:t>
            </a:r>
            <a:r>
              <a:rPr spc="-570" dirty="0"/>
              <a:t>되며</a:t>
            </a:r>
            <a:r>
              <a:rPr sz="2800" spc="-570" dirty="0">
                <a:latin typeface="Verdana"/>
                <a:cs typeface="Verdana"/>
              </a:rPr>
              <a:t>, </a:t>
            </a:r>
            <a:r>
              <a:rPr spc="-685" dirty="0"/>
              <a:t>운영진에서</a:t>
            </a:r>
            <a:r>
              <a:rPr spc="-434" dirty="0"/>
              <a:t> </a:t>
            </a:r>
            <a:r>
              <a:rPr spc="-585" dirty="0"/>
              <a:t>최종</a:t>
            </a:r>
            <a:r>
              <a:rPr spc="-655" dirty="0"/>
              <a:t> </a:t>
            </a:r>
            <a:r>
              <a:rPr spc="-570" dirty="0"/>
              <a:t>이탈</a:t>
            </a:r>
            <a:r>
              <a:rPr spc="-700" dirty="0"/>
              <a:t> </a:t>
            </a:r>
            <a:r>
              <a:rPr spc="-620" dirty="0"/>
              <a:t>여부를</a:t>
            </a:r>
            <a:r>
              <a:rPr spc="-670" dirty="0"/>
              <a:t> </a:t>
            </a:r>
            <a:r>
              <a:rPr spc="-610" dirty="0"/>
              <a:t>확인할</a:t>
            </a:r>
            <a:r>
              <a:rPr spc="-710" dirty="0"/>
              <a:t> </a:t>
            </a:r>
            <a:r>
              <a:rPr spc="-615" dirty="0"/>
              <a:t>예정입니다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5632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8DED-9D42-F622-10EB-4ADADC99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FB39ED-32DC-B1E0-27DE-A3C13EBED6FC}"/>
              </a:ext>
            </a:extLst>
          </p:cNvPr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BF9A35D-4E1E-51D1-7744-C452EDA3FD25}"/>
              </a:ext>
            </a:extLst>
          </p:cNvPr>
          <p:cNvSpPr txBox="1"/>
          <p:nvPr/>
        </p:nvSpPr>
        <p:spPr>
          <a:xfrm>
            <a:off x="6495051" y="305205"/>
            <a:ext cx="529780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0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2000" spc="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250" spc="-385" dirty="0">
                <a:solidFill>
                  <a:srgbClr val="535353"/>
                </a:solidFill>
                <a:latin typeface="Malgun Gothic"/>
                <a:cs typeface="Malgun Gothic"/>
              </a:rPr>
              <a:t>올인원</a:t>
            </a:r>
            <a:r>
              <a:rPr sz="2250" spc="-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spc="-315" dirty="0">
                <a:solidFill>
                  <a:srgbClr val="535353"/>
                </a:solidFill>
                <a:latin typeface="Verdana"/>
                <a:cs typeface="Verdana"/>
              </a:rPr>
              <a:t>2</a:t>
            </a:r>
            <a:r>
              <a:rPr sz="2250" spc="-315" dirty="0">
                <a:solidFill>
                  <a:srgbClr val="535353"/>
                </a:solidFill>
                <a:latin typeface="Malgun Gothic"/>
                <a:cs typeface="Malgun Gothic"/>
              </a:rPr>
              <a:t>기</a:t>
            </a:r>
            <a:r>
              <a:rPr sz="2250" spc="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540" dirty="0">
                <a:solidFill>
                  <a:srgbClr val="535353"/>
                </a:solidFill>
                <a:latin typeface="Malgun Gothic"/>
                <a:cs typeface="Malgun Gothic"/>
              </a:rPr>
              <a:t>입</a:t>
            </a:r>
            <a:r>
              <a:rPr sz="2250" spc="-57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360" dirty="0">
                <a:solidFill>
                  <a:srgbClr val="535353"/>
                </a:solidFill>
                <a:latin typeface="Malgun Gothic"/>
                <a:cs typeface="Malgun Gothic"/>
              </a:rPr>
              <a:t>학연수과정</a:t>
            </a:r>
            <a:r>
              <a:rPr sz="2250" spc="3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535353"/>
                </a:solidFill>
                <a:latin typeface="Verdana"/>
                <a:cs typeface="Verdana"/>
              </a:rPr>
              <a:t>TERM-</a:t>
            </a:r>
            <a:r>
              <a:rPr sz="2000" spc="8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067C2C9D-04A7-2356-3DC5-60F021112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879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30"/>
              </a:spcBef>
            </a:pPr>
            <a:r>
              <a:rPr spc="-4290" dirty="0">
                <a:solidFill>
                  <a:srgbClr val="231F20"/>
                </a:solidFill>
                <a:latin typeface="Verdana"/>
                <a:cs typeface="Verdana"/>
              </a:rPr>
              <a:t>Q</a:t>
            </a:r>
            <a:r>
              <a:rPr sz="5700" spc="-360" dirty="0"/>
              <a:t>Q</a:t>
            </a:r>
            <a:r>
              <a:rPr sz="5700" spc="-4145" dirty="0"/>
              <a:t>N</a:t>
            </a:r>
            <a:r>
              <a:rPr spc="-3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pc="-3754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5700" spc="5" dirty="0"/>
              <a:t>A</a:t>
            </a:r>
            <a:endParaRPr sz="5700">
              <a:latin typeface="Verdana"/>
              <a:cs typeface="Verdana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37C3545-F44E-AF62-D31C-CD70F51046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3427" y="2541178"/>
            <a:ext cx="123825" cy="123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D04A675D-F414-5DFF-F3F7-464D5514CE4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3427" y="4027078"/>
            <a:ext cx="123825" cy="12382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29346074-3771-3224-6ABD-1A4802B6303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3427" y="6008278"/>
            <a:ext cx="123825" cy="12382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B9D1CADA-FDD4-6B8F-4644-C469110A3892}"/>
              </a:ext>
            </a:extLst>
          </p:cNvPr>
          <p:cNvSpPr/>
          <p:nvPr/>
        </p:nvSpPr>
        <p:spPr>
          <a:xfrm>
            <a:off x="3053102" y="69988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2EEB37C-2F42-9B62-D8A4-050B8F95D21E}"/>
              </a:ext>
            </a:extLst>
          </p:cNvPr>
          <p:cNvSpPr/>
          <p:nvPr/>
        </p:nvSpPr>
        <p:spPr>
          <a:xfrm>
            <a:off x="3053102" y="79894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4187EEF-02AC-69BB-F9B1-6086260E84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210" dirty="0">
                <a:latin typeface="Verdana"/>
                <a:cs typeface="Verdana"/>
              </a:rPr>
              <a:t>Term-</a:t>
            </a:r>
            <a:r>
              <a:rPr sz="2800" spc="-145" dirty="0">
                <a:latin typeface="Verdana"/>
                <a:cs typeface="Verdana"/>
              </a:rPr>
              <a:t>Project</a:t>
            </a:r>
            <a:r>
              <a:rPr spc="-145" dirty="0"/>
              <a:t>와</a:t>
            </a:r>
            <a:r>
              <a:rPr spc="-710" dirty="0"/>
              <a:t> </a:t>
            </a:r>
            <a:r>
              <a:rPr spc="-590" dirty="0"/>
              <a:t>다른</a:t>
            </a:r>
            <a:r>
              <a:rPr spc="-645" dirty="0"/>
              <a:t> </a:t>
            </a:r>
            <a:r>
              <a:rPr spc="-610" dirty="0"/>
              <a:t>미션을</a:t>
            </a:r>
            <a:r>
              <a:rPr spc="-635" dirty="0"/>
              <a:t> </a:t>
            </a:r>
            <a:r>
              <a:rPr spc="-610" dirty="0"/>
              <a:t>병행할</a:t>
            </a:r>
            <a:r>
              <a:rPr spc="-695" dirty="0"/>
              <a:t> </a:t>
            </a:r>
            <a:r>
              <a:rPr spc="-505" dirty="0"/>
              <a:t>수</a:t>
            </a:r>
            <a:r>
              <a:rPr spc="-635" dirty="0"/>
              <a:t> </a:t>
            </a:r>
            <a:r>
              <a:rPr spc="-555" dirty="0"/>
              <a:t>있나요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pc="-605" dirty="0"/>
              <a:t>가능합니다</a:t>
            </a:r>
            <a:r>
              <a:rPr sz="2800" spc="-605" dirty="0">
                <a:latin typeface="Verdana"/>
                <a:cs typeface="Verdana"/>
              </a:rPr>
              <a:t>.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600" dirty="0"/>
              <a:t>교육장</a:t>
            </a:r>
            <a:r>
              <a:rPr spc="-715" dirty="0"/>
              <a:t> </a:t>
            </a:r>
            <a:r>
              <a:rPr spc="-595" dirty="0"/>
              <a:t>사용</a:t>
            </a:r>
            <a:r>
              <a:rPr spc="-650" dirty="0"/>
              <a:t> </a:t>
            </a:r>
            <a:r>
              <a:rPr spc="-600" dirty="0"/>
              <a:t>및</a:t>
            </a:r>
            <a:r>
              <a:rPr spc="-570" dirty="0"/>
              <a:t> </a:t>
            </a:r>
            <a:r>
              <a:rPr spc="-635" dirty="0"/>
              <a:t>동료평가는</a:t>
            </a:r>
            <a:r>
              <a:rPr spc="-660" dirty="0"/>
              <a:t> 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8/21(</a:t>
            </a:r>
            <a:r>
              <a:rPr b="1" spc="-254" dirty="0">
                <a:solidFill>
                  <a:srgbClr val="6D8599"/>
                </a:solidFill>
                <a:latin typeface="Malgun Gothic"/>
                <a:cs typeface="Malgun Gothic"/>
              </a:rPr>
              <a:t>금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)</a:t>
            </a:r>
            <a:r>
              <a:rPr sz="2800" spc="-434" dirty="0">
                <a:solidFill>
                  <a:srgbClr val="6D8599"/>
                </a:solidFill>
                <a:latin typeface="Arial Black"/>
                <a:cs typeface="Arial Black"/>
              </a:rPr>
              <a:t> </a:t>
            </a:r>
            <a:r>
              <a:rPr sz="2800" spc="-335" dirty="0">
                <a:solidFill>
                  <a:srgbClr val="6D8599"/>
                </a:solidFill>
                <a:latin typeface="Arial Black"/>
                <a:cs typeface="Arial Black"/>
              </a:rPr>
              <a:t>24:00</a:t>
            </a:r>
            <a:r>
              <a:rPr spc="-335" dirty="0"/>
              <a:t>까지</a:t>
            </a:r>
            <a:r>
              <a:rPr spc="-415" dirty="0"/>
              <a:t> </a:t>
            </a:r>
            <a:r>
              <a:rPr spc="-615" dirty="0"/>
              <a:t>가능합니다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2800" dirty="0">
              <a:latin typeface="Verdana"/>
              <a:cs typeface="Verdana"/>
            </a:endParaRPr>
          </a:p>
          <a:p>
            <a:pPr marR="1341120" algn="r">
              <a:lnSpc>
                <a:spcPct val="100000"/>
              </a:lnSpc>
            </a:pPr>
            <a:r>
              <a:rPr spc="-670" dirty="0"/>
              <a:t>실제</a:t>
            </a:r>
            <a:r>
              <a:rPr spc="-505" dirty="0"/>
              <a:t> </a:t>
            </a:r>
            <a:r>
              <a:rPr spc="-590" dirty="0"/>
              <a:t>구현</a:t>
            </a:r>
            <a:r>
              <a:rPr sz="2800" spc="-590" dirty="0">
                <a:latin typeface="Verdana"/>
                <a:cs typeface="Verdana"/>
              </a:rPr>
              <a:t>(</a:t>
            </a:r>
            <a:r>
              <a:rPr spc="-590" dirty="0"/>
              <a:t>코딩</a:t>
            </a:r>
            <a:r>
              <a:rPr sz="2800" spc="-590" dirty="0">
                <a:latin typeface="Verdana"/>
                <a:cs typeface="Verdana"/>
              </a:rPr>
              <a:t>)</a:t>
            </a:r>
            <a:r>
              <a:rPr sz="2800" spc="-465" dirty="0">
                <a:latin typeface="Verdana"/>
                <a:cs typeface="Verdana"/>
              </a:rPr>
              <a:t> </a:t>
            </a:r>
            <a:r>
              <a:rPr spc="-720" dirty="0"/>
              <a:t>없이</a:t>
            </a:r>
            <a:r>
              <a:rPr spc="-400" dirty="0"/>
              <a:t> </a:t>
            </a:r>
            <a:r>
              <a:rPr spc="-625" dirty="0"/>
              <a:t>기획안과</a:t>
            </a:r>
            <a:r>
              <a:rPr spc="-720" dirty="0"/>
              <a:t> </a:t>
            </a:r>
            <a:r>
              <a:rPr spc="-635" dirty="0"/>
              <a:t>발표자료만</a:t>
            </a:r>
            <a:r>
              <a:rPr spc="-695" dirty="0"/>
              <a:t> </a:t>
            </a:r>
            <a:r>
              <a:rPr spc="-710" dirty="0"/>
              <a:t>작성</a:t>
            </a:r>
            <a:r>
              <a:rPr spc="-430" dirty="0"/>
              <a:t> </a:t>
            </a:r>
            <a:r>
              <a:rPr spc="-505" dirty="0"/>
              <a:t>후</a:t>
            </a:r>
            <a:r>
              <a:rPr spc="-665" dirty="0"/>
              <a:t> </a:t>
            </a:r>
            <a:r>
              <a:rPr spc="-635" dirty="0"/>
              <a:t>제출해도</a:t>
            </a:r>
            <a:r>
              <a:rPr spc="-665" dirty="0"/>
              <a:t> </a:t>
            </a:r>
            <a:r>
              <a:rPr spc="-550" dirty="0"/>
              <a:t>되나요</a:t>
            </a:r>
            <a:r>
              <a:rPr sz="2800" spc="-550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R="1252855" algn="r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484" dirty="0"/>
              <a:t>네</a:t>
            </a:r>
            <a:r>
              <a:rPr sz="2800" spc="-484" dirty="0">
                <a:latin typeface="Verdana"/>
                <a:cs typeface="Verdana"/>
              </a:rPr>
              <a:t>,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85" dirty="0"/>
              <a:t>맞습니다</a:t>
            </a:r>
            <a:r>
              <a:rPr sz="2800" spc="-585" dirty="0">
                <a:latin typeface="Verdana"/>
                <a:cs typeface="Verdana"/>
              </a:rPr>
              <a:t>!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05" dirty="0"/>
              <a:t>본</a:t>
            </a:r>
            <a:r>
              <a:rPr spc="-650" dirty="0"/>
              <a:t> </a:t>
            </a:r>
            <a:r>
              <a:rPr spc="-655" dirty="0"/>
              <a:t>아이디어톤은</a:t>
            </a:r>
            <a:r>
              <a:rPr spc="-650" dirty="0"/>
              <a:t> </a:t>
            </a:r>
            <a:r>
              <a:rPr b="1" spc="-625" dirty="0">
                <a:solidFill>
                  <a:srgbClr val="6D8599"/>
                </a:solidFill>
                <a:latin typeface="Malgun Gothic"/>
                <a:cs typeface="Malgun Gothic"/>
              </a:rPr>
              <a:t>기획안과</a:t>
            </a:r>
            <a:r>
              <a:rPr b="1" spc="-77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30" dirty="0">
                <a:solidFill>
                  <a:srgbClr val="6D8599"/>
                </a:solidFill>
                <a:latin typeface="Malgun Gothic"/>
                <a:cs typeface="Malgun Gothic"/>
              </a:rPr>
              <a:t>발표자료만</a:t>
            </a:r>
            <a:r>
              <a:rPr b="1" spc="-755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15" dirty="0">
                <a:solidFill>
                  <a:srgbClr val="6D8599"/>
                </a:solidFill>
                <a:latin typeface="Malgun Gothic"/>
                <a:cs typeface="Malgun Gothic"/>
              </a:rPr>
              <a:t>필수</a:t>
            </a:r>
            <a:r>
              <a:rPr spc="-615" dirty="0"/>
              <a:t>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693420">
              <a:lnSpc>
                <a:spcPct val="100000"/>
              </a:lnSpc>
              <a:spcBef>
                <a:spcPts val="120"/>
              </a:spcBef>
            </a:pPr>
            <a:r>
              <a:rPr spc="-635" dirty="0"/>
              <a:t>구현은</a:t>
            </a:r>
            <a:r>
              <a:rPr spc="-650" dirty="0"/>
              <a:t> </a:t>
            </a:r>
            <a:r>
              <a:rPr spc="-635" dirty="0"/>
              <a:t>선택사항입니다</a:t>
            </a:r>
            <a:r>
              <a:rPr sz="2800" spc="-63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-680" dirty="0"/>
              <a:t>팀원</a:t>
            </a:r>
            <a:r>
              <a:rPr spc="-500" dirty="0"/>
              <a:t> </a:t>
            </a:r>
            <a:r>
              <a:rPr spc="-505" dirty="0"/>
              <a:t>중</a:t>
            </a:r>
            <a:r>
              <a:rPr spc="-655" dirty="0"/>
              <a:t> </a:t>
            </a:r>
            <a:r>
              <a:rPr spc="-700" dirty="0"/>
              <a:t>연락이</a:t>
            </a:r>
            <a:r>
              <a:rPr spc="-409" dirty="0"/>
              <a:t> </a:t>
            </a:r>
            <a:r>
              <a:rPr spc="-715" dirty="0"/>
              <a:t>되지</a:t>
            </a:r>
            <a:r>
              <a:rPr spc="-415" dirty="0"/>
              <a:t> </a:t>
            </a:r>
            <a:r>
              <a:rPr spc="-585" dirty="0"/>
              <a:t>않거나</a:t>
            </a:r>
            <a:r>
              <a:rPr sz="2800" spc="-585" dirty="0">
                <a:latin typeface="Verdana"/>
                <a:cs typeface="Verdana"/>
              </a:rPr>
              <a:t>,</a:t>
            </a:r>
            <a:r>
              <a:rPr sz="2800" spc="-470" dirty="0">
                <a:latin typeface="Verdana"/>
                <a:cs typeface="Verdana"/>
              </a:rPr>
              <a:t> </a:t>
            </a:r>
            <a:r>
              <a:rPr spc="-635" dirty="0"/>
              <a:t>불참하는</a:t>
            </a:r>
            <a:r>
              <a:rPr spc="-660" dirty="0"/>
              <a:t> </a:t>
            </a:r>
            <a:r>
              <a:rPr spc="-615" dirty="0"/>
              <a:t>경우는</a:t>
            </a:r>
            <a:r>
              <a:rPr spc="-660" dirty="0"/>
              <a:t> </a:t>
            </a:r>
            <a:r>
              <a:rPr spc="-670" dirty="0"/>
              <a:t>어떻게</a:t>
            </a:r>
            <a:r>
              <a:rPr spc="-500" dirty="0"/>
              <a:t> </a:t>
            </a:r>
            <a:r>
              <a:rPr spc="-555" dirty="0"/>
              <a:t>하나요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760" dirty="0"/>
              <a:t>팀</a:t>
            </a:r>
            <a:r>
              <a:rPr spc="-395" dirty="0"/>
              <a:t> </a:t>
            </a:r>
            <a:r>
              <a:rPr spc="-695" dirty="0"/>
              <a:t>내</a:t>
            </a:r>
            <a:r>
              <a:rPr spc="-484" dirty="0"/>
              <a:t> </a:t>
            </a:r>
            <a:r>
              <a:rPr spc="-620" dirty="0"/>
              <a:t>이탈자가</a:t>
            </a:r>
            <a:r>
              <a:rPr spc="-720" dirty="0"/>
              <a:t> </a:t>
            </a:r>
            <a:r>
              <a:rPr spc="-680" dirty="0"/>
              <a:t>생겼다면</a:t>
            </a:r>
            <a:r>
              <a:rPr spc="-484" dirty="0"/>
              <a:t> </a:t>
            </a:r>
            <a:r>
              <a:rPr sz="2800" spc="-325" dirty="0">
                <a:solidFill>
                  <a:srgbClr val="6D8599"/>
                </a:solidFill>
                <a:latin typeface="Arial Black"/>
                <a:cs typeface="Arial Black"/>
              </a:rPr>
              <a:t>@Codyssey_</a:t>
            </a:r>
            <a:r>
              <a:rPr b="1" spc="-325" dirty="0">
                <a:solidFill>
                  <a:srgbClr val="6D8599"/>
                </a:solidFill>
                <a:latin typeface="Malgun Gothic"/>
                <a:cs typeface="Malgun Gothic"/>
              </a:rPr>
              <a:t>수달</a:t>
            </a:r>
            <a:r>
              <a:rPr spc="-325" dirty="0"/>
              <a:t>에게</a:t>
            </a:r>
            <a:r>
              <a:rPr spc="-495" dirty="0"/>
              <a:t> </a:t>
            </a:r>
            <a:r>
              <a:rPr spc="-620" dirty="0"/>
              <a:t>알려주세요</a:t>
            </a:r>
            <a:r>
              <a:rPr sz="2800" spc="-620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1297940">
              <a:lnSpc>
                <a:spcPct val="100000"/>
              </a:lnSpc>
              <a:spcBef>
                <a:spcPts val="120"/>
              </a:spcBef>
            </a:pPr>
            <a:r>
              <a:rPr spc="-595" dirty="0"/>
              <a:t>이탈자</a:t>
            </a:r>
            <a:r>
              <a:rPr spc="-750" dirty="0"/>
              <a:t> </a:t>
            </a:r>
            <a:r>
              <a:rPr spc="-695" dirty="0"/>
              <a:t>본인이</a:t>
            </a:r>
            <a:r>
              <a:rPr spc="-405" dirty="0"/>
              <a:t> </a:t>
            </a:r>
            <a:r>
              <a:rPr spc="-720" dirty="0"/>
              <a:t>직접</a:t>
            </a:r>
            <a:r>
              <a:rPr spc="-430" dirty="0"/>
              <a:t> </a:t>
            </a:r>
            <a:r>
              <a:rPr spc="-635" dirty="0"/>
              <a:t>연락하는</a:t>
            </a:r>
            <a:r>
              <a:rPr spc="-660" dirty="0"/>
              <a:t> </a:t>
            </a:r>
            <a:r>
              <a:rPr spc="-720" dirty="0"/>
              <a:t>것이</a:t>
            </a:r>
            <a:r>
              <a:rPr spc="-409" dirty="0"/>
              <a:t> </a:t>
            </a:r>
            <a:r>
              <a:rPr spc="-570" dirty="0"/>
              <a:t>가장</a:t>
            </a:r>
            <a:r>
              <a:rPr spc="-715" dirty="0"/>
              <a:t> </a:t>
            </a:r>
            <a:r>
              <a:rPr spc="-595" dirty="0"/>
              <a:t>좋으나</a:t>
            </a:r>
            <a:r>
              <a:rPr sz="2800" spc="-595" dirty="0">
                <a:latin typeface="Verdana"/>
                <a:cs typeface="Verdana"/>
              </a:rPr>
              <a:t>,</a:t>
            </a:r>
            <a:endParaRPr sz="2800" dirty="0">
              <a:latin typeface="Verdana"/>
              <a:cs typeface="Verdana"/>
            </a:endParaRPr>
          </a:p>
          <a:p>
            <a:pPr marL="1243330" marR="201930" indent="53975">
              <a:lnSpc>
                <a:spcPct val="103200"/>
              </a:lnSpc>
            </a:pPr>
            <a:r>
              <a:rPr spc="-575" dirty="0"/>
              <a:t>연락</a:t>
            </a:r>
            <a:r>
              <a:rPr spc="-715" dirty="0"/>
              <a:t> </a:t>
            </a:r>
            <a:r>
              <a:rPr spc="-650" dirty="0"/>
              <a:t>두절</a:t>
            </a:r>
            <a:r>
              <a:rPr spc="-535" dirty="0"/>
              <a:t> </a:t>
            </a:r>
            <a:r>
              <a:rPr spc="-685" dirty="0"/>
              <a:t>상태라면</a:t>
            </a:r>
            <a:r>
              <a:rPr spc="-490" dirty="0"/>
              <a:t> </a:t>
            </a:r>
            <a:r>
              <a:rPr spc="-680" dirty="0"/>
              <a:t>팀원</a:t>
            </a:r>
            <a:r>
              <a:rPr spc="-490" dirty="0"/>
              <a:t> </a:t>
            </a:r>
            <a:r>
              <a:rPr spc="-505" dirty="0"/>
              <a:t>중</a:t>
            </a:r>
            <a:r>
              <a:rPr spc="-660" dirty="0"/>
              <a:t> </a:t>
            </a:r>
            <a:r>
              <a:rPr spc="-475" dirty="0"/>
              <a:t>한</a:t>
            </a:r>
            <a:r>
              <a:rPr spc="-710" dirty="0"/>
              <a:t> </a:t>
            </a:r>
            <a:r>
              <a:rPr spc="-715" dirty="0"/>
              <a:t>분이</a:t>
            </a:r>
            <a:r>
              <a:rPr spc="-409" dirty="0"/>
              <a:t> </a:t>
            </a:r>
            <a:r>
              <a:rPr spc="-620" dirty="0"/>
              <a:t>성함을</a:t>
            </a:r>
            <a:r>
              <a:rPr spc="-660" dirty="0"/>
              <a:t> </a:t>
            </a:r>
            <a:r>
              <a:rPr spc="-670" dirty="0"/>
              <a:t>제보해</a:t>
            </a:r>
            <a:r>
              <a:rPr spc="-495" dirty="0"/>
              <a:t> </a:t>
            </a:r>
            <a:r>
              <a:rPr spc="-700" dirty="0"/>
              <a:t>주시기</a:t>
            </a:r>
            <a:r>
              <a:rPr spc="-420" dirty="0"/>
              <a:t> </a:t>
            </a:r>
            <a:r>
              <a:rPr spc="-615" dirty="0"/>
              <a:t>바랍니다</a:t>
            </a:r>
            <a:r>
              <a:rPr sz="2800" spc="-615" dirty="0">
                <a:latin typeface="Verdana"/>
                <a:cs typeface="Verdana"/>
              </a:rPr>
              <a:t>. </a:t>
            </a:r>
            <a:r>
              <a:rPr spc="-505" dirty="0"/>
              <a:t>그</a:t>
            </a:r>
            <a:r>
              <a:rPr spc="-675" dirty="0"/>
              <a:t> </a:t>
            </a:r>
            <a:r>
              <a:rPr spc="-760" dirty="0"/>
              <a:t>외</a:t>
            </a:r>
            <a:r>
              <a:rPr spc="-405" dirty="0"/>
              <a:t> </a:t>
            </a:r>
            <a:r>
              <a:rPr spc="-630" dirty="0"/>
              <a:t>인원은</a:t>
            </a:r>
            <a:r>
              <a:rPr spc="-660" dirty="0"/>
              <a:t> </a:t>
            </a:r>
            <a:r>
              <a:rPr spc="-570" dirty="0"/>
              <a:t>중단</a:t>
            </a:r>
            <a:r>
              <a:rPr spc="-700" dirty="0"/>
              <a:t> </a:t>
            </a:r>
            <a:r>
              <a:rPr spc="-720" dirty="0"/>
              <a:t>없이</a:t>
            </a:r>
            <a:r>
              <a:rPr spc="-405" dirty="0"/>
              <a:t> </a:t>
            </a:r>
            <a:r>
              <a:rPr spc="-640" dirty="0"/>
              <a:t>프로젝트를</a:t>
            </a:r>
            <a:r>
              <a:rPr spc="-670" dirty="0"/>
              <a:t> </a:t>
            </a:r>
            <a:r>
              <a:rPr spc="-590" dirty="0"/>
              <a:t>계속</a:t>
            </a:r>
            <a:r>
              <a:rPr spc="-665" dirty="0"/>
              <a:t> 진행해</a:t>
            </a:r>
            <a:r>
              <a:rPr spc="-495" dirty="0"/>
              <a:t> </a:t>
            </a:r>
            <a:r>
              <a:rPr spc="-680" dirty="0"/>
              <a:t>주시면</a:t>
            </a:r>
            <a:r>
              <a:rPr spc="-490" dirty="0"/>
              <a:t> </a:t>
            </a:r>
            <a:r>
              <a:rPr spc="-570" dirty="0"/>
              <a:t>되며</a:t>
            </a:r>
            <a:r>
              <a:rPr sz="2800" spc="-570" dirty="0">
                <a:latin typeface="Verdana"/>
                <a:cs typeface="Verdana"/>
              </a:rPr>
              <a:t>, </a:t>
            </a:r>
            <a:r>
              <a:rPr spc="-685" dirty="0"/>
              <a:t>운영진에서</a:t>
            </a:r>
            <a:r>
              <a:rPr spc="-434" dirty="0"/>
              <a:t> </a:t>
            </a:r>
            <a:r>
              <a:rPr spc="-585" dirty="0"/>
              <a:t>최종</a:t>
            </a:r>
            <a:r>
              <a:rPr spc="-655" dirty="0"/>
              <a:t> </a:t>
            </a:r>
            <a:r>
              <a:rPr spc="-570" dirty="0"/>
              <a:t>이탈</a:t>
            </a:r>
            <a:r>
              <a:rPr spc="-700" dirty="0"/>
              <a:t> </a:t>
            </a:r>
            <a:r>
              <a:rPr spc="-620" dirty="0"/>
              <a:t>여부를</a:t>
            </a:r>
            <a:r>
              <a:rPr spc="-670" dirty="0"/>
              <a:t> </a:t>
            </a:r>
            <a:r>
              <a:rPr spc="-610" dirty="0"/>
              <a:t>확인할</a:t>
            </a:r>
            <a:r>
              <a:rPr spc="-710" dirty="0"/>
              <a:t> </a:t>
            </a:r>
            <a:r>
              <a:rPr spc="-615" dirty="0"/>
              <a:t>예정입니다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39018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CDF34-5FE9-0D85-2E5C-554C36E34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2D8714-9614-82A6-46F9-4813C3E7BBDA}"/>
              </a:ext>
            </a:extLst>
          </p:cNvPr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5840FA9-558D-6DD8-98D4-852E4F74E258}"/>
              </a:ext>
            </a:extLst>
          </p:cNvPr>
          <p:cNvSpPr txBox="1"/>
          <p:nvPr/>
        </p:nvSpPr>
        <p:spPr>
          <a:xfrm>
            <a:off x="6495051" y="305205"/>
            <a:ext cx="529780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0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2000" spc="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250" spc="-385" dirty="0">
                <a:solidFill>
                  <a:srgbClr val="535353"/>
                </a:solidFill>
                <a:latin typeface="Malgun Gothic"/>
                <a:cs typeface="Malgun Gothic"/>
              </a:rPr>
              <a:t>올인원</a:t>
            </a:r>
            <a:r>
              <a:rPr sz="2250" spc="-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spc="-315" dirty="0">
                <a:solidFill>
                  <a:srgbClr val="535353"/>
                </a:solidFill>
                <a:latin typeface="Verdana"/>
                <a:cs typeface="Verdana"/>
              </a:rPr>
              <a:t>2</a:t>
            </a:r>
            <a:r>
              <a:rPr sz="2250" spc="-315" dirty="0">
                <a:solidFill>
                  <a:srgbClr val="535353"/>
                </a:solidFill>
                <a:latin typeface="Malgun Gothic"/>
                <a:cs typeface="Malgun Gothic"/>
              </a:rPr>
              <a:t>기</a:t>
            </a:r>
            <a:r>
              <a:rPr sz="2250" spc="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540" dirty="0">
                <a:solidFill>
                  <a:srgbClr val="535353"/>
                </a:solidFill>
                <a:latin typeface="Malgun Gothic"/>
                <a:cs typeface="Malgun Gothic"/>
              </a:rPr>
              <a:t>입</a:t>
            </a:r>
            <a:r>
              <a:rPr sz="2250" spc="-57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360" dirty="0">
                <a:solidFill>
                  <a:srgbClr val="535353"/>
                </a:solidFill>
                <a:latin typeface="Malgun Gothic"/>
                <a:cs typeface="Malgun Gothic"/>
              </a:rPr>
              <a:t>학연수과정</a:t>
            </a:r>
            <a:r>
              <a:rPr sz="2250" spc="3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535353"/>
                </a:solidFill>
                <a:latin typeface="Verdana"/>
                <a:cs typeface="Verdana"/>
              </a:rPr>
              <a:t>TERM-</a:t>
            </a:r>
            <a:r>
              <a:rPr sz="2000" spc="8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3B86DD78-83F2-6335-5EB9-C5A73A0FF5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879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30"/>
              </a:spcBef>
            </a:pPr>
            <a:r>
              <a:rPr spc="-4290" dirty="0">
                <a:solidFill>
                  <a:srgbClr val="231F20"/>
                </a:solidFill>
                <a:latin typeface="Verdana"/>
                <a:cs typeface="Verdana"/>
              </a:rPr>
              <a:t>Q</a:t>
            </a:r>
            <a:r>
              <a:rPr sz="5700" spc="-360" dirty="0"/>
              <a:t>Q</a:t>
            </a:r>
            <a:r>
              <a:rPr sz="5700" spc="-4145" dirty="0"/>
              <a:t>N</a:t>
            </a:r>
            <a:r>
              <a:rPr spc="-3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pc="-3754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5700" spc="5" dirty="0"/>
              <a:t>A</a:t>
            </a:r>
            <a:endParaRPr sz="5700">
              <a:latin typeface="Verdana"/>
              <a:cs typeface="Verdana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2FCF360-8BF4-8CB2-F615-EC5D5D1347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3427" y="2541178"/>
            <a:ext cx="123825" cy="123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8EA9A56E-A964-DAC3-638C-16AC9482A09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3427" y="4027078"/>
            <a:ext cx="123825" cy="12382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CF001F40-7505-E107-5DD7-1D79141C79F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3427" y="6008278"/>
            <a:ext cx="123825" cy="12382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6B8DA66F-E75F-6D29-DBFF-A9ACB78E619E}"/>
              </a:ext>
            </a:extLst>
          </p:cNvPr>
          <p:cNvSpPr/>
          <p:nvPr/>
        </p:nvSpPr>
        <p:spPr>
          <a:xfrm>
            <a:off x="3053102" y="69988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89F1087-D05D-1872-4EE0-392720646FC2}"/>
              </a:ext>
            </a:extLst>
          </p:cNvPr>
          <p:cNvSpPr/>
          <p:nvPr/>
        </p:nvSpPr>
        <p:spPr>
          <a:xfrm>
            <a:off x="3053102" y="79894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E86E8E1-B458-D527-DF87-27570D483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210" dirty="0">
                <a:latin typeface="Verdana"/>
                <a:cs typeface="Verdana"/>
              </a:rPr>
              <a:t>Term-</a:t>
            </a:r>
            <a:r>
              <a:rPr sz="2800" spc="-145" dirty="0">
                <a:latin typeface="Verdana"/>
                <a:cs typeface="Verdana"/>
              </a:rPr>
              <a:t>Project</a:t>
            </a:r>
            <a:r>
              <a:rPr spc="-145" dirty="0"/>
              <a:t>와</a:t>
            </a:r>
            <a:r>
              <a:rPr spc="-710" dirty="0"/>
              <a:t> </a:t>
            </a:r>
            <a:r>
              <a:rPr spc="-590" dirty="0"/>
              <a:t>다른</a:t>
            </a:r>
            <a:r>
              <a:rPr spc="-645" dirty="0"/>
              <a:t> </a:t>
            </a:r>
            <a:r>
              <a:rPr spc="-610" dirty="0"/>
              <a:t>미션을</a:t>
            </a:r>
            <a:r>
              <a:rPr spc="-635" dirty="0"/>
              <a:t> </a:t>
            </a:r>
            <a:r>
              <a:rPr spc="-610" dirty="0"/>
              <a:t>병행할</a:t>
            </a:r>
            <a:r>
              <a:rPr spc="-695" dirty="0"/>
              <a:t> </a:t>
            </a:r>
            <a:r>
              <a:rPr spc="-505" dirty="0"/>
              <a:t>수</a:t>
            </a:r>
            <a:r>
              <a:rPr spc="-635" dirty="0"/>
              <a:t> </a:t>
            </a:r>
            <a:r>
              <a:rPr spc="-555" dirty="0"/>
              <a:t>있나요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pc="-605" dirty="0"/>
              <a:t>가능합니다</a:t>
            </a:r>
            <a:r>
              <a:rPr sz="2800" spc="-605" dirty="0">
                <a:latin typeface="Verdana"/>
                <a:cs typeface="Verdana"/>
              </a:rPr>
              <a:t>.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600" dirty="0"/>
              <a:t>교육장</a:t>
            </a:r>
            <a:r>
              <a:rPr spc="-715" dirty="0"/>
              <a:t> </a:t>
            </a:r>
            <a:r>
              <a:rPr spc="-595" dirty="0"/>
              <a:t>사용</a:t>
            </a:r>
            <a:r>
              <a:rPr spc="-650" dirty="0"/>
              <a:t> </a:t>
            </a:r>
            <a:r>
              <a:rPr spc="-600" dirty="0"/>
              <a:t>및</a:t>
            </a:r>
            <a:r>
              <a:rPr spc="-570" dirty="0"/>
              <a:t> </a:t>
            </a:r>
            <a:r>
              <a:rPr spc="-635" dirty="0"/>
              <a:t>동료평가는</a:t>
            </a:r>
            <a:r>
              <a:rPr spc="-660" dirty="0"/>
              <a:t> 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8/21(</a:t>
            </a:r>
            <a:r>
              <a:rPr b="1" spc="-254" dirty="0">
                <a:solidFill>
                  <a:srgbClr val="6D8599"/>
                </a:solidFill>
                <a:latin typeface="Malgun Gothic"/>
                <a:cs typeface="Malgun Gothic"/>
              </a:rPr>
              <a:t>금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)</a:t>
            </a:r>
            <a:r>
              <a:rPr sz="2800" spc="-434" dirty="0">
                <a:solidFill>
                  <a:srgbClr val="6D8599"/>
                </a:solidFill>
                <a:latin typeface="Arial Black"/>
                <a:cs typeface="Arial Black"/>
              </a:rPr>
              <a:t> </a:t>
            </a:r>
            <a:r>
              <a:rPr sz="2800" spc="-335" dirty="0">
                <a:solidFill>
                  <a:srgbClr val="6D8599"/>
                </a:solidFill>
                <a:latin typeface="Arial Black"/>
                <a:cs typeface="Arial Black"/>
              </a:rPr>
              <a:t>24:00</a:t>
            </a:r>
            <a:r>
              <a:rPr spc="-335" dirty="0"/>
              <a:t>까지</a:t>
            </a:r>
            <a:r>
              <a:rPr spc="-415" dirty="0"/>
              <a:t> </a:t>
            </a:r>
            <a:r>
              <a:rPr spc="-615" dirty="0"/>
              <a:t>가능합니다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2800" dirty="0">
              <a:latin typeface="Verdana"/>
              <a:cs typeface="Verdana"/>
            </a:endParaRPr>
          </a:p>
          <a:p>
            <a:pPr marR="1341120" algn="r">
              <a:lnSpc>
                <a:spcPct val="100000"/>
              </a:lnSpc>
            </a:pPr>
            <a:r>
              <a:rPr spc="-670" dirty="0"/>
              <a:t>실제</a:t>
            </a:r>
            <a:r>
              <a:rPr spc="-505" dirty="0"/>
              <a:t> </a:t>
            </a:r>
            <a:r>
              <a:rPr spc="-590" dirty="0"/>
              <a:t>구현</a:t>
            </a:r>
            <a:r>
              <a:rPr sz="2800" spc="-590" dirty="0">
                <a:latin typeface="Verdana"/>
                <a:cs typeface="Verdana"/>
              </a:rPr>
              <a:t>(</a:t>
            </a:r>
            <a:r>
              <a:rPr spc="-590" dirty="0"/>
              <a:t>코딩</a:t>
            </a:r>
            <a:r>
              <a:rPr sz="2800" spc="-590" dirty="0">
                <a:latin typeface="Verdana"/>
                <a:cs typeface="Verdana"/>
              </a:rPr>
              <a:t>)</a:t>
            </a:r>
            <a:r>
              <a:rPr sz="2800" spc="-465" dirty="0">
                <a:latin typeface="Verdana"/>
                <a:cs typeface="Verdana"/>
              </a:rPr>
              <a:t> </a:t>
            </a:r>
            <a:r>
              <a:rPr spc="-720" dirty="0"/>
              <a:t>없이</a:t>
            </a:r>
            <a:r>
              <a:rPr spc="-400" dirty="0"/>
              <a:t> </a:t>
            </a:r>
            <a:r>
              <a:rPr spc="-625" dirty="0"/>
              <a:t>기획안과</a:t>
            </a:r>
            <a:r>
              <a:rPr spc="-720" dirty="0"/>
              <a:t> </a:t>
            </a:r>
            <a:r>
              <a:rPr spc="-635" dirty="0"/>
              <a:t>발표자료만</a:t>
            </a:r>
            <a:r>
              <a:rPr spc="-695" dirty="0"/>
              <a:t> </a:t>
            </a:r>
            <a:r>
              <a:rPr spc="-710" dirty="0"/>
              <a:t>작성</a:t>
            </a:r>
            <a:r>
              <a:rPr spc="-430" dirty="0"/>
              <a:t> </a:t>
            </a:r>
            <a:r>
              <a:rPr spc="-505" dirty="0"/>
              <a:t>후</a:t>
            </a:r>
            <a:r>
              <a:rPr spc="-665" dirty="0"/>
              <a:t> </a:t>
            </a:r>
            <a:r>
              <a:rPr spc="-635" dirty="0"/>
              <a:t>제출해도</a:t>
            </a:r>
            <a:r>
              <a:rPr spc="-665" dirty="0"/>
              <a:t> </a:t>
            </a:r>
            <a:r>
              <a:rPr spc="-550" dirty="0"/>
              <a:t>되나요</a:t>
            </a:r>
            <a:r>
              <a:rPr sz="2800" spc="-550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R="1252855" algn="r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484" dirty="0"/>
              <a:t>네</a:t>
            </a:r>
            <a:r>
              <a:rPr sz="2800" spc="-484" dirty="0">
                <a:latin typeface="Verdana"/>
                <a:cs typeface="Verdana"/>
              </a:rPr>
              <a:t>,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85" dirty="0"/>
              <a:t>맞습니다</a:t>
            </a:r>
            <a:r>
              <a:rPr sz="2800" spc="-585" dirty="0">
                <a:latin typeface="Verdana"/>
                <a:cs typeface="Verdana"/>
              </a:rPr>
              <a:t>!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05" dirty="0"/>
              <a:t>본</a:t>
            </a:r>
            <a:r>
              <a:rPr spc="-650" dirty="0"/>
              <a:t> </a:t>
            </a:r>
            <a:r>
              <a:rPr spc="-655" dirty="0"/>
              <a:t>아이디어톤은</a:t>
            </a:r>
            <a:r>
              <a:rPr spc="-650" dirty="0"/>
              <a:t> </a:t>
            </a:r>
            <a:r>
              <a:rPr b="1" spc="-625" dirty="0">
                <a:solidFill>
                  <a:srgbClr val="6D8599"/>
                </a:solidFill>
                <a:latin typeface="Malgun Gothic"/>
                <a:cs typeface="Malgun Gothic"/>
              </a:rPr>
              <a:t>기획안과</a:t>
            </a:r>
            <a:r>
              <a:rPr b="1" spc="-77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30" dirty="0">
                <a:solidFill>
                  <a:srgbClr val="6D8599"/>
                </a:solidFill>
                <a:latin typeface="Malgun Gothic"/>
                <a:cs typeface="Malgun Gothic"/>
              </a:rPr>
              <a:t>발표자료만</a:t>
            </a:r>
            <a:r>
              <a:rPr b="1" spc="-755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15" dirty="0">
                <a:solidFill>
                  <a:srgbClr val="6D8599"/>
                </a:solidFill>
                <a:latin typeface="Malgun Gothic"/>
                <a:cs typeface="Malgun Gothic"/>
              </a:rPr>
              <a:t>필수</a:t>
            </a:r>
            <a:r>
              <a:rPr spc="-615" dirty="0"/>
              <a:t>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693420">
              <a:lnSpc>
                <a:spcPct val="100000"/>
              </a:lnSpc>
              <a:spcBef>
                <a:spcPts val="120"/>
              </a:spcBef>
            </a:pPr>
            <a:r>
              <a:rPr spc="-635" dirty="0"/>
              <a:t>구현은</a:t>
            </a:r>
            <a:r>
              <a:rPr spc="-650" dirty="0"/>
              <a:t> </a:t>
            </a:r>
            <a:r>
              <a:rPr spc="-635" dirty="0"/>
              <a:t>선택사항입니다</a:t>
            </a:r>
            <a:r>
              <a:rPr sz="2800" spc="-63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-680" dirty="0"/>
              <a:t>팀원</a:t>
            </a:r>
            <a:r>
              <a:rPr spc="-500" dirty="0"/>
              <a:t> </a:t>
            </a:r>
            <a:r>
              <a:rPr spc="-505" dirty="0"/>
              <a:t>중</a:t>
            </a:r>
            <a:r>
              <a:rPr spc="-655" dirty="0"/>
              <a:t> </a:t>
            </a:r>
            <a:r>
              <a:rPr spc="-700" dirty="0"/>
              <a:t>연락이</a:t>
            </a:r>
            <a:r>
              <a:rPr spc="-409" dirty="0"/>
              <a:t> </a:t>
            </a:r>
            <a:r>
              <a:rPr spc="-715" dirty="0"/>
              <a:t>되지</a:t>
            </a:r>
            <a:r>
              <a:rPr spc="-415" dirty="0"/>
              <a:t> </a:t>
            </a:r>
            <a:r>
              <a:rPr spc="-585" dirty="0"/>
              <a:t>않거나</a:t>
            </a:r>
            <a:r>
              <a:rPr sz="2800" spc="-585" dirty="0">
                <a:latin typeface="Verdana"/>
                <a:cs typeface="Verdana"/>
              </a:rPr>
              <a:t>,</a:t>
            </a:r>
            <a:r>
              <a:rPr sz="2800" spc="-470" dirty="0">
                <a:latin typeface="Verdana"/>
                <a:cs typeface="Verdana"/>
              </a:rPr>
              <a:t> </a:t>
            </a:r>
            <a:r>
              <a:rPr spc="-635" dirty="0"/>
              <a:t>불참하는</a:t>
            </a:r>
            <a:r>
              <a:rPr spc="-660" dirty="0"/>
              <a:t> </a:t>
            </a:r>
            <a:r>
              <a:rPr spc="-615" dirty="0"/>
              <a:t>경우는</a:t>
            </a:r>
            <a:r>
              <a:rPr spc="-660" dirty="0"/>
              <a:t> </a:t>
            </a:r>
            <a:r>
              <a:rPr spc="-670" dirty="0"/>
              <a:t>어떻게</a:t>
            </a:r>
            <a:r>
              <a:rPr spc="-500" dirty="0"/>
              <a:t> </a:t>
            </a:r>
            <a:r>
              <a:rPr spc="-555" dirty="0"/>
              <a:t>하나요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760" dirty="0"/>
              <a:t>팀</a:t>
            </a:r>
            <a:r>
              <a:rPr spc="-395" dirty="0"/>
              <a:t> </a:t>
            </a:r>
            <a:r>
              <a:rPr spc="-695" dirty="0"/>
              <a:t>내</a:t>
            </a:r>
            <a:r>
              <a:rPr spc="-484" dirty="0"/>
              <a:t> </a:t>
            </a:r>
            <a:r>
              <a:rPr spc="-620" dirty="0"/>
              <a:t>이탈자가</a:t>
            </a:r>
            <a:r>
              <a:rPr spc="-720" dirty="0"/>
              <a:t> </a:t>
            </a:r>
            <a:r>
              <a:rPr spc="-680" dirty="0"/>
              <a:t>생겼다면</a:t>
            </a:r>
            <a:r>
              <a:rPr spc="-484" dirty="0"/>
              <a:t> </a:t>
            </a:r>
            <a:r>
              <a:rPr sz="2800" spc="-325" dirty="0">
                <a:solidFill>
                  <a:srgbClr val="6D8599"/>
                </a:solidFill>
                <a:latin typeface="Arial Black"/>
                <a:cs typeface="Arial Black"/>
              </a:rPr>
              <a:t>@Codyssey_</a:t>
            </a:r>
            <a:r>
              <a:rPr b="1" spc="-325" dirty="0">
                <a:solidFill>
                  <a:srgbClr val="6D8599"/>
                </a:solidFill>
                <a:latin typeface="Malgun Gothic"/>
                <a:cs typeface="Malgun Gothic"/>
              </a:rPr>
              <a:t>수달</a:t>
            </a:r>
            <a:r>
              <a:rPr spc="-325" dirty="0"/>
              <a:t>에게</a:t>
            </a:r>
            <a:r>
              <a:rPr spc="-495" dirty="0"/>
              <a:t> </a:t>
            </a:r>
            <a:r>
              <a:rPr spc="-620" dirty="0"/>
              <a:t>알려주세요</a:t>
            </a:r>
            <a:r>
              <a:rPr sz="2800" spc="-620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1297940">
              <a:lnSpc>
                <a:spcPct val="100000"/>
              </a:lnSpc>
              <a:spcBef>
                <a:spcPts val="120"/>
              </a:spcBef>
            </a:pPr>
            <a:r>
              <a:rPr spc="-595" dirty="0"/>
              <a:t>이탈자</a:t>
            </a:r>
            <a:r>
              <a:rPr spc="-750" dirty="0"/>
              <a:t> </a:t>
            </a:r>
            <a:r>
              <a:rPr spc="-695" dirty="0"/>
              <a:t>본인이</a:t>
            </a:r>
            <a:r>
              <a:rPr spc="-405" dirty="0"/>
              <a:t> </a:t>
            </a:r>
            <a:r>
              <a:rPr spc="-720" dirty="0"/>
              <a:t>직접</a:t>
            </a:r>
            <a:r>
              <a:rPr spc="-430" dirty="0"/>
              <a:t> </a:t>
            </a:r>
            <a:r>
              <a:rPr spc="-635" dirty="0"/>
              <a:t>연락하는</a:t>
            </a:r>
            <a:r>
              <a:rPr spc="-660" dirty="0"/>
              <a:t> </a:t>
            </a:r>
            <a:r>
              <a:rPr spc="-720" dirty="0"/>
              <a:t>것이</a:t>
            </a:r>
            <a:r>
              <a:rPr spc="-409" dirty="0"/>
              <a:t> </a:t>
            </a:r>
            <a:r>
              <a:rPr spc="-570" dirty="0"/>
              <a:t>가장</a:t>
            </a:r>
            <a:r>
              <a:rPr spc="-715" dirty="0"/>
              <a:t> </a:t>
            </a:r>
            <a:r>
              <a:rPr spc="-595" dirty="0"/>
              <a:t>좋으나</a:t>
            </a:r>
            <a:r>
              <a:rPr sz="2800" spc="-595" dirty="0">
                <a:latin typeface="Verdana"/>
                <a:cs typeface="Verdana"/>
              </a:rPr>
              <a:t>,</a:t>
            </a:r>
            <a:endParaRPr sz="2800" dirty="0">
              <a:latin typeface="Verdana"/>
              <a:cs typeface="Verdana"/>
            </a:endParaRPr>
          </a:p>
          <a:p>
            <a:pPr marL="1243330" marR="201930" indent="53975">
              <a:lnSpc>
                <a:spcPct val="103200"/>
              </a:lnSpc>
            </a:pPr>
            <a:r>
              <a:rPr spc="-575" dirty="0"/>
              <a:t>연락</a:t>
            </a:r>
            <a:r>
              <a:rPr spc="-715" dirty="0"/>
              <a:t> </a:t>
            </a:r>
            <a:r>
              <a:rPr spc="-650" dirty="0"/>
              <a:t>두절</a:t>
            </a:r>
            <a:r>
              <a:rPr spc="-535" dirty="0"/>
              <a:t> </a:t>
            </a:r>
            <a:r>
              <a:rPr spc="-685" dirty="0"/>
              <a:t>상태라면</a:t>
            </a:r>
            <a:r>
              <a:rPr spc="-490" dirty="0"/>
              <a:t> </a:t>
            </a:r>
            <a:r>
              <a:rPr spc="-680" dirty="0"/>
              <a:t>팀원</a:t>
            </a:r>
            <a:r>
              <a:rPr spc="-490" dirty="0"/>
              <a:t> </a:t>
            </a:r>
            <a:r>
              <a:rPr spc="-505" dirty="0"/>
              <a:t>중</a:t>
            </a:r>
            <a:r>
              <a:rPr spc="-660" dirty="0"/>
              <a:t> </a:t>
            </a:r>
            <a:r>
              <a:rPr spc="-475" dirty="0"/>
              <a:t>한</a:t>
            </a:r>
            <a:r>
              <a:rPr spc="-710" dirty="0"/>
              <a:t> </a:t>
            </a:r>
            <a:r>
              <a:rPr spc="-715" dirty="0"/>
              <a:t>분이</a:t>
            </a:r>
            <a:r>
              <a:rPr spc="-409" dirty="0"/>
              <a:t> </a:t>
            </a:r>
            <a:r>
              <a:rPr spc="-620" dirty="0"/>
              <a:t>성함을</a:t>
            </a:r>
            <a:r>
              <a:rPr spc="-660" dirty="0"/>
              <a:t> </a:t>
            </a:r>
            <a:r>
              <a:rPr spc="-670" dirty="0"/>
              <a:t>제보해</a:t>
            </a:r>
            <a:r>
              <a:rPr spc="-495" dirty="0"/>
              <a:t> </a:t>
            </a:r>
            <a:r>
              <a:rPr spc="-700" dirty="0"/>
              <a:t>주시기</a:t>
            </a:r>
            <a:r>
              <a:rPr spc="-420" dirty="0"/>
              <a:t> </a:t>
            </a:r>
            <a:r>
              <a:rPr spc="-615" dirty="0"/>
              <a:t>바랍니다</a:t>
            </a:r>
            <a:r>
              <a:rPr sz="2800" spc="-615" dirty="0">
                <a:latin typeface="Verdana"/>
                <a:cs typeface="Verdana"/>
              </a:rPr>
              <a:t>. </a:t>
            </a:r>
            <a:r>
              <a:rPr spc="-505" dirty="0"/>
              <a:t>그</a:t>
            </a:r>
            <a:r>
              <a:rPr spc="-675" dirty="0"/>
              <a:t> </a:t>
            </a:r>
            <a:r>
              <a:rPr spc="-760" dirty="0"/>
              <a:t>외</a:t>
            </a:r>
            <a:r>
              <a:rPr spc="-405" dirty="0"/>
              <a:t> </a:t>
            </a:r>
            <a:r>
              <a:rPr spc="-630" dirty="0"/>
              <a:t>인원은</a:t>
            </a:r>
            <a:r>
              <a:rPr spc="-660" dirty="0"/>
              <a:t> </a:t>
            </a:r>
            <a:r>
              <a:rPr spc="-570" dirty="0"/>
              <a:t>중단</a:t>
            </a:r>
            <a:r>
              <a:rPr spc="-700" dirty="0"/>
              <a:t> </a:t>
            </a:r>
            <a:r>
              <a:rPr spc="-720" dirty="0"/>
              <a:t>없이</a:t>
            </a:r>
            <a:r>
              <a:rPr spc="-405" dirty="0"/>
              <a:t> </a:t>
            </a:r>
            <a:r>
              <a:rPr spc="-640" dirty="0"/>
              <a:t>프로젝트를</a:t>
            </a:r>
            <a:r>
              <a:rPr spc="-670" dirty="0"/>
              <a:t> </a:t>
            </a:r>
            <a:r>
              <a:rPr spc="-590" dirty="0"/>
              <a:t>계속</a:t>
            </a:r>
            <a:r>
              <a:rPr spc="-665" dirty="0"/>
              <a:t> 진행해</a:t>
            </a:r>
            <a:r>
              <a:rPr spc="-495" dirty="0"/>
              <a:t> </a:t>
            </a:r>
            <a:r>
              <a:rPr spc="-680" dirty="0"/>
              <a:t>주시면</a:t>
            </a:r>
            <a:r>
              <a:rPr spc="-490" dirty="0"/>
              <a:t> </a:t>
            </a:r>
            <a:r>
              <a:rPr spc="-570" dirty="0"/>
              <a:t>되며</a:t>
            </a:r>
            <a:r>
              <a:rPr sz="2800" spc="-570" dirty="0">
                <a:latin typeface="Verdana"/>
                <a:cs typeface="Verdana"/>
              </a:rPr>
              <a:t>, </a:t>
            </a:r>
            <a:r>
              <a:rPr spc="-685" dirty="0"/>
              <a:t>운영진에서</a:t>
            </a:r>
            <a:r>
              <a:rPr spc="-434" dirty="0"/>
              <a:t> </a:t>
            </a:r>
            <a:r>
              <a:rPr spc="-585" dirty="0"/>
              <a:t>최종</a:t>
            </a:r>
            <a:r>
              <a:rPr spc="-655" dirty="0"/>
              <a:t> </a:t>
            </a:r>
            <a:r>
              <a:rPr spc="-570" dirty="0"/>
              <a:t>이탈</a:t>
            </a:r>
            <a:r>
              <a:rPr spc="-700" dirty="0"/>
              <a:t> </a:t>
            </a:r>
            <a:r>
              <a:rPr spc="-620" dirty="0"/>
              <a:t>여부를</a:t>
            </a:r>
            <a:r>
              <a:rPr spc="-670" dirty="0"/>
              <a:t> </a:t>
            </a:r>
            <a:r>
              <a:rPr spc="-610" dirty="0"/>
              <a:t>확인할</a:t>
            </a:r>
            <a:r>
              <a:rPr spc="-710" dirty="0"/>
              <a:t> </a:t>
            </a:r>
            <a:r>
              <a:rPr spc="-615" dirty="0"/>
              <a:t>예정입니다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8952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05CD-9331-DB6E-489A-7ADCD0B5E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330982-362F-3BFA-1D83-128B9E22D87D}"/>
              </a:ext>
            </a:extLst>
          </p:cNvPr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A1DF1F8-6DE2-AD60-59D1-C264BF66EE85}"/>
              </a:ext>
            </a:extLst>
          </p:cNvPr>
          <p:cNvSpPr txBox="1"/>
          <p:nvPr/>
        </p:nvSpPr>
        <p:spPr>
          <a:xfrm>
            <a:off x="6495051" y="305205"/>
            <a:ext cx="529780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0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2000" spc="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250" spc="-385" dirty="0">
                <a:solidFill>
                  <a:srgbClr val="535353"/>
                </a:solidFill>
                <a:latin typeface="Malgun Gothic"/>
                <a:cs typeface="Malgun Gothic"/>
              </a:rPr>
              <a:t>올인원</a:t>
            </a:r>
            <a:r>
              <a:rPr sz="2250" spc="-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spc="-315" dirty="0">
                <a:solidFill>
                  <a:srgbClr val="535353"/>
                </a:solidFill>
                <a:latin typeface="Verdana"/>
                <a:cs typeface="Verdana"/>
              </a:rPr>
              <a:t>2</a:t>
            </a:r>
            <a:r>
              <a:rPr sz="2250" spc="-315" dirty="0">
                <a:solidFill>
                  <a:srgbClr val="535353"/>
                </a:solidFill>
                <a:latin typeface="Malgun Gothic"/>
                <a:cs typeface="Malgun Gothic"/>
              </a:rPr>
              <a:t>기</a:t>
            </a:r>
            <a:r>
              <a:rPr sz="2250" spc="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540" dirty="0">
                <a:solidFill>
                  <a:srgbClr val="535353"/>
                </a:solidFill>
                <a:latin typeface="Malgun Gothic"/>
                <a:cs typeface="Malgun Gothic"/>
              </a:rPr>
              <a:t>입</a:t>
            </a:r>
            <a:r>
              <a:rPr sz="2250" spc="-57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360" dirty="0">
                <a:solidFill>
                  <a:srgbClr val="535353"/>
                </a:solidFill>
                <a:latin typeface="Malgun Gothic"/>
                <a:cs typeface="Malgun Gothic"/>
              </a:rPr>
              <a:t>학연수과정</a:t>
            </a:r>
            <a:r>
              <a:rPr sz="2250" spc="3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535353"/>
                </a:solidFill>
                <a:latin typeface="Verdana"/>
                <a:cs typeface="Verdana"/>
              </a:rPr>
              <a:t>TERM-</a:t>
            </a:r>
            <a:r>
              <a:rPr sz="2000" spc="8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6200B76D-897C-3D64-1365-0AB0EE68B4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879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30"/>
              </a:spcBef>
            </a:pPr>
            <a:r>
              <a:rPr spc="-4290" dirty="0">
                <a:solidFill>
                  <a:srgbClr val="231F20"/>
                </a:solidFill>
                <a:latin typeface="Verdana"/>
                <a:cs typeface="Verdana"/>
              </a:rPr>
              <a:t>Q</a:t>
            </a:r>
            <a:r>
              <a:rPr sz="5700" spc="-360" dirty="0"/>
              <a:t>Q</a:t>
            </a:r>
            <a:r>
              <a:rPr sz="5700" spc="-4145" dirty="0"/>
              <a:t>N</a:t>
            </a:r>
            <a:r>
              <a:rPr spc="-3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pc="-3754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5700" spc="5" dirty="0"/>
              <a:t>A</a:t>
            </a:r>
            <a:endParaRPr sz="5700">
              <a:latin typeface="Verdana"/>
              <a:cs typeface="Verdana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749DD3C-1D72-FC1B-B998-279A4086FD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3427" y="2541178"/>
            <a:ext cx="123825" cy="123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0C43FE90-1FFE-0CA2-4868-C6D98787D2F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3427" y="4027078"/>
            <a:ext cx="123825" cy="12382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8700916F-2B26-4B91-C0A7-8E3B48AD6AD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3427" y="6008278"/>
            <a:ext cx="123825" cy="12382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EDF23D72-DD28-B880-4A9E-1515A797BEF4}"/>
              </a:ext>
            </a:extLst>
          </p:cNvPr>
          <p:cNvSpPr/>
          <p:nvPr/>
        </p:nvSpPr>
        <p:spPr>
          <a:xfrm>
            <a:off x="3053102" y="69988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F240D3B-CFD5-86B9-CAB9-72317D5444DF}"/>
              </a:ext>
            </a:extLst>
          </p:cNvPr>
          <p:cNvSpPr/>
          <p:nvPr/>
        </p:nvSpPr>
        <p:spPr>
          <a:xfrm>
            <a:off x="3053102" y="79894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EF76A47-0AE7-4A37-1906-BC8A70CF0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210" dirty="0">
                <a:latin typeface="Verdana"/>
                <a:cs typeface="Verdana"/>
              </a:rPr>
              <a:t>Term-</a:t>
            </a:r>
            <a:r>
              <a:rPr sz="2800" spc="-145" dirty="0">
                <a:latin typeface="Verdana"/>
                <a:cs typeface="Verdana"/>
              </a:rPr>
              <a:t>Project</a:t>
            </a:r>
            <a:r>
              <a:rPr spc="-145" dirty="0"/>
              <a:t>와</a:t>
            </a:r>
            <a:r>
              <a:rPr spc="-710" dirty="0"/>
              <a:t> </a:t>
            </a:r>
            <a:r>
              <a:rPr spc="-590" dirty="0"/>
              <a:t>다른</a:t>
            </a:r>
            <a:r>
              <a:rPr spc="-645" dirty="0"/>
              <a:t> </a:t>
            </a:r>
            <a:r>
              <a:rPr spc="-610" dirty="0"/>
              <a:t>미션을</a:t>
            </a:r>
            <a:r>
              <a:rPr spc="-635" dirty="0"/>
              <a:t> </a:t>
            </a:r>
            <a:r>
              <a:rPr spc="-610" dirty="0"/>
              <a:t>병행할</a:t>
            </a:r>
            <a:r>
              <a:rPr spc="-695" dirty="0"/>
              <a:t> </a:t>
            </a:r>
            <a:r>
              <a:rPr spc="-505" dirty="0"/>
              <a:t>수</a:t>
            </a:r>
            <a:r>
              <a:rPr spc="-635" dirty="0"/>
              <a:t> </a:t>
            </a:r>
            <a:r>
              <a:rPr spc="-555" dirty="0"/>
              <a:t>있나요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pc="-605" dirty="0"/>
              <a:t>가능합니다</a:t>
            </a:r>
            <a:r>
              <a:rPr sz="2800" spc="-605" dirty="0">
                <a:latin typeface="Verdana"/>
                <a:cs typeface="Verdana"/>
              </a:rPr>
              <a:t>.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600" dirty="0"/>
              <a:t>교육장</a:t>
            </a:r>
            <a:r>
              <a:rPr spc="-715" dirty="0"/>
              <a:t> </a:t>
            </a:r>
            <a:r>
              <a:rPr spc="-595" dirty="0"/>
              <a:t>사용</a:t>
            </a:r>
            <a:r>
              <a:rPr spc="-650" dirty="0"/>
              <a:t> </a:t>
            </a:r>
            <a:r>
              <a:rPr spc="-600" dirty="0"/>
              <a:t>및</a:t>
            </a:r>
            <a:r>
              <a:rPr spc="-570" dirty="0"/>
              <a:t> </a:t>
            </a:r>
            <a:r>
              <a:rPr spc="-635" dirty="0"/>
              <a:t>동료평가는</a:t>
            </a:r>
            <a:r>
              <a:rPr spc="-660" dirty="0"/>
              <a:t> 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8/21(</a:t>
            </a:r>
            <a:r>
              <a:rPr b="1" spc="-254" dirty="0">
                <a:solidFill>
                  <a:srgbClr val="6D8599"/>
                </a:solidFill>
                <a:latin typeface="Malgun Gothic"/>
                <a:cs typeface="Malgun Gothic"/>
              </a:rPr>
              <a:t>금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)</a:t>
            </a:r>
            <a:r>
              <a:rPr sz="2800" spc="-434" dirty="0">
                <a:solidFill>
                  <a:srgbClr val="6D8599"/>
                </a:solidFill>
                <a:latin typeface="Arial Black"/>
                <a:cs typeface="Arial Black"/>
              </a:rPr>
              <a:t> </a:t>
            </a:r>
            <a:r>
              <a:rPr sz="2800" spc="-335" dirty="0">
                <a:solidFill>
                  <a:srgbClr val="6D8599"/>
                </a:solidFill>
                <a:latin typeface="Arial Black"/>
                <a:cs typeface="Arial Black"/>
              </a:rPr>
              <a:t>24:00</a:t>
            </a:r>
            <a:r>
              <a:rPr spc="-335" dirty="0"/>
              <a:t>까지</a:t>
            </a:r>
            <a:r>
              <a:rPr spc="-415" dirty="0"/>
              <a:t> </a:t>
            </a:r>
            <a:r>
              <a:rPr spc="-615" dirty="0"/>
              <a:t>가능합니다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2800" dirty="0">
              <a:latin typeface="Verdana"/>
              <a:cs typeface="Verdana"/>
            </a:endParaRPr>
          </a:p>
          <a:p>
            <a:pPr marR="1341120" algn="r">
              <a:lnSpc>
                <a:spcPct val="100000"/>
              </a:lnSpc>
            </a:pPr>
            <a:r>
              <a:rPr spc="-670" dirty="0"/>
              <a:t>실제</a:t>
            </a:r>
            <a:r>
              <a:rPr spc="-505" dirty="0"/>
              <a:t> </a:t>
            </a:r>
            <a:r>
              <a:rPr spc="-590" dirty="0"/>
              <a:t>구현</a:t>
            </a:r>
            <a:r>
              <a:rPr sz="2800" spc="-590" dirty="0">
                <a:latin typeface="Verdana"/>
                <a:cs typeface="Verdana"/>
              </a:rPr>
              <a:t>(</a:t>
            </a:r>
            <a:r>
              <a:rPr spc="-590" dirty="0"/>
              <a:t>코딩</a:t>
            </a:r>
            <a:r>
              <a:rPr sz="2800" spc="-590" dirty="0">
                <a:latin typeface="Verdana"/>
                <a:cs typeface="Verdana"/>
              </a:rPr>
              <a:t>)</a:t>
            </a:r>
            <a:r>
              <a:rPr sz="2800" spc="-465" dirty="0">
                <a:latin typeface="Verdana"/>
                <a:cs typeface="Verdana"/>
              </a:rPr>
              <a:t> </a:t>
            </a:r>
            <a:r>
              <a:rPr spc="-720" dirty="0"/>
              <a:t>없이</a:t>
            </a:r>
            <a:r>
              <a:rPr spc="-400" dirty="0"/>
              <a:t> </a:t>
            </a:r>
            <a:r>
              <a:rPr spc="-625" dirty="0"/>
              <a:t>기획안과</a:t>
            </a:r>
            <a:r>
              <a:rPr spc="-720" dirty="0"/>
              <a:t> </a:t>
            </a:r>
            <a:r>
              <a:rPr spc="-635" dirty="0"/>
              <a:t>발표자료만</a:t>
            </a:r>
            <a:r>
              <a:rPr spc="-695" dirty="0"/>
              <a:t> </a:t>
            </a:r>
            <a:r>
              <a:rPr spc="-710" dirty="0"/>
              <a:t>작성</a:t>
            </a:r>
            <a:r>
              <a:rPr spc="-430" dirty="0"/>
              <a:t> </a:t>
            </a:r>
            <a:r>
              <a:rPr spc="-505" dirty="0"/>
              <a:t>후</a:t>
            </a:r>
            <a:r>
              <a:rPr spc="-665" dirty="0"/>
              <a:t> </a:t>
            </a:r>
            <a:r>
              <a:rPr spc="-635" dirty="0"/>
              <a:t>제출해도</a:t>
            </a:r>
            <a:r>
              <a:rPr spc="-665" dirty="0"/>
              <a:t> </a:t>
            </a:r>
            <a:r>
              <a:rPr spc="-550" dirty="0"/>
              <a:t>되나요</a:t>
            </a:r>
            <a:r>
              <a:rPr sz="2800" spc="-550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R="1252855" algn="r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484" dirty="0"/>
              <a:t>네</a:t>
            </a:r>
            <a:r>
              <a:rPr sz="2800" spc="-484" dirty="0">
                <a:latin typeface="Verdana"/>
                <a:cs typeface="Verdana"/>
              </a:rPr>
              <a:t>,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85" dirty="0"/>
              <a:t>맞습니다</a:t>
            </a:r>
            <a:r>
              <a:rPr sz="2800" spc="-585" dirty="0">
                <a:latin typeface="Verdana"/>
                <a:cs typeface="Verdana"/>
              </a:rPr>
              <a:t>!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05" dirty="0"/>
              <a:t>본</a:t>
            </a:r>
            <a:r>
              <a:rPr spc="-650" dirty="0"/>
              <a:t> </a:t>
            </a:r>
            <a:r>
              <a:rPr spc="-655" dirty="0"/>
              <a:t>아이디어톤은</a:t>
            </a:r>
            <a:r>
              <a:rPr spc="-650" dirty="0"/>
              <a:t> </a:t>
            </a:r>
            <a:r>
              <a:rPr b="1" spc="-625" dirty="0">
                <a:solidFill>
                  <a:srgbClr val="6D8599"/>
                </a:solidFill>
                <a:latin typeface="Malgun Gothic"/>
                <a:cs typeface="Malgun Gothic"/>
              </a:rPr>
              <a:t>기획안과</a:t>
            </a:r>
            <a:r>
              <a:rPr b="1" spc="-77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30" dirty="0">
                <a:solidFill>
                  <a:srgbClr val="6D8599"/>
                </a:solidFill>
                <a:latin typeface="Malgun Gothic"/>
                <a:cs typeface="Malgun Gothic"/>
              </a:rPr>
              <a:t>발표자료만</a:t>
            </a:r>
            <a:r>
              <a:rPr b="1" spc="-755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15" dirty="0">
                <a:solidFill>
                  <a:srgbClr val="6D8599"/>
                </a:solidFill>
                <a:latin typeface="Malgun Gothic"/>
                <a:cs typeface="Malgun Gothic"/>
              </a:rPr>
              <a:t>필수</a:t>
            </a:r>
            <a:r>
              <a:rPr spc="-615" dirty="0"/>
              <a:t>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693420">
              <a:lnSpc>
                <a:spcPct val="100000"/>
              </a:lnSpc>
              <a:spcBef>
                <a:spcPts val="120"/>
              </a:spcBef>
            </a:pPr>
            <a:r>
              <a:rPr spc="-635" dirty="0"/>
              <a:t>구현은</a:t>
            </a:r>
            <a:r>
              <a:rPr spc="-650" dirty="0"/>
              <a:t> </a:t>
            </a:r>
            <a:r>
              <a:rPr spc="-635" dirty="0"/>
              <a:t>선택사항입니다</a:t>
            </a:r>
            <a:r>
              <a:rPr sz="2800" spc="-63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-680" dirty="0"/>
              <a:t>팀원</a:t>
            </a:r>
            <a:r>
              <a:rPr spc="-500" dirty="0"/>
              <a:t> </a:t>
            </a:r>
            <a:r>
              <a:rPr spc="-505" dirty="0"/>
              <a:t>중</a:t>
            </a:r>
            <a:r>
              <a:rPr spc="-655" dirty="0"/>
              <a:t> </a:t>
            </a:r>
            <a:r>
              <a:rPr spc="-700" dirty="0"/>
              <a:t>연락이</a:t>
            </a:r>
            <a:r>
              <a:rPr spc="-409" dirty="0"/>
              <a:t> </a:t>
            </a:r>
            <a:r>
              <a:rPr spc="-715" dirty="0"/>
              <a:t>되지</a:t>
            </a:r>
            <a:r>
              <a:rPr spc="-415" dirty="0"/>
              <a:t> </a:t>
            </a:r>
            <a:r>
              <a:rPr spc="-585" dirty="0"/>
              <a:t>않거나</a:t>
            </a:r>
            <a:r>
              <a:rPr sz="2800" spc="-585" dirty="0">
                <a:latin typeface="Verdana"/>
                <a:cs typeface="Verdana"/>
              </a:rPr>
              <a:t>,</a:t>
            </a:r>
            <a:r>
              <a:rPr sz="2800" spc="-470" dirty="0">
                <a:latin typeface="Verdana"/>
                <a:cs typeface="Verdana"/>
              </a:rPr>
              <a:t> </a:t>
            </a:r>
            <a:r>
              <a:rPr spc="-635" dirty="0"/>
              <a:t>불참하는</a:t>
            </a:r>
            <a:r>
              <a:rPr spc="-660" dirty="0"/>
              <a:t> </a:t>
            </a:r>
            <a:r>
              <a:rPr spc="-615" dirty="0"/>
              <a:t>경우는</a:t>
            </a:r>
            <a:r>
              <a:rPr spc="-660" dirty="0"/>
              <a:t> </a:t>
            </a:r>
            <a:r>
              <a:rPr spc="-670" dirty="0"/>
              <a:t>어떻게</a:t>
            </a:r>
            <a:r>
              <a:rPr spc="-500" dirty="0"/>
              <a:t> </a:t>
            </a:r>
            <a:r>
              <a:rPr spc="-555" dirty="0"/>
              <a:t>하나요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760" dirty="0"/>
              <a:t>팀</a:t>
            </a:r>
            <a:r>
              <a:rPr spc="-395" dirty="0"/>
              <a:t> </a:t>
            </a:r>
            <a:r>
              <a:rPr spc="-695" dirty="0"/>
              <a:t>내</a:t>
            </a:r>
            <a:r>
              <a:rPr spc="-484" dirty="0"/>
              <a:t> </a:t>
            </a:r>
            <a:r>
              <a:rPr spc="-620" dirty="0"/>
              <a:t>이탈자가</a:t>
            </a:r>
            <a:r>
              <a:rPr spc="-720" dirty="0"/>
              <a:t> </a:t>
            </a:r>
            <a:r>
              <a:rPr spc="-680" dirty="0"/>
              <a:t>생겼다면</a:t>
            </a:r>
            <a:r>
              <a:rPr spc="-484" dirty="0"/>
              <a:t> </a:t>
            </a:r>
            <a:r>
              <a:rPr sz="2800" spc="-325" dirty="0">
                <a:solidFill>
                  <a:srgbClr val="6D8599"/>
                </a:solidFill>
                <a:latin typeface="Arial Black"/>
                <a:cs typeface="Arial Black"/>
              </a:rPr>
              <a:t>@Codyssey_</a:t>
            </a:r>
            <a:r>
              <a:rPr b="1" spc="-325" dirty="0">
                <a:solidFill>
                  <a:srgbClr val="6D8599"/>
                </a:solidFill>
                <a:latin typeface="Malgun Gothic"/>
                <a:cs typeface="Malgun Gothic"/>
              </a:rPr>
              <a:t>수달</a:t>
            </a:r>
            <a:r>
              <a:rPr spc="-325" dirty="0"/>
              <a:t>에게</a:t>
            </a:r>
            <a:r>
              <a:rPr spc="-495" dirty="0"/>
              <a:t> </a:t>
            </a:r>
            <a:r>
              <a:rPr spc="-620" dirty="0"/>
              <a:t>알려주세요</a:t>
            </a:r>
            <a:r>
              <a:rPr sz="2800" spc="-620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1297940">
              <a:lnSpc>
                <a:spcPct val="100000"/>
              </a:lnSpc>
              <a:spcBef>
                <a:spcPts val="120"/>
              </a:spcBef>
            </a:pPr>
            <a:r>
              <a:rPr spc="-595" dirty="0"/>
              <a:t>이탈자</a:t>
            </a:r>
            <a:r>
              <a:rPr spc="-750" dirty="0"/>
              <a:t> </a:t>
            </a:r>
            <a:r>
              <a:rPr spc="-695" dirty="0"/>
              <a:t>본인이</a:t>
            </a:r>
            <a:r>
              <a:rPr spc="-405" dirty="0"/>
              <a:t> </a:t>
            </a:r>
            <a:r>
              <a:rPr spc="-720" dirty="0"/>
              <a:t>직접</a:t>
            </a:r>
            <a:r>
              <a:rPr spc="-430" dirty="0"/>
              <a:t> </a:t>
            </a:r>
            <a:r>
              <a:rPr spc="-635" dirty="0"/>
              <a:t>연락하는</a:t>
            </a:r>
            <a:r>
              <a:rPr spc="-660" dirty="0"/>
              <a:t> </a:t>
            </a:r>
            <a:r>
              <a:rPr spc="-720" dirty="0"/>
              <a:t>것이</a:t>
            </a:r>
            <a:r>
              <a:rPr spc="-409" dirty="0"/>
              <a:t> </a:t>
            </a:r>
            <a:r>
              <a:rPr spc="-570" dirty="0"/>
              <a:t>가장</a:t>
            </a:r>
            <a:r>
              <a:rPr spc="-715" dirty="0"/>
              <a:t> </a:t>
            </a:r>
            <a:r>
              <a:rPr spc="-595" dirty="0"/>
              <a:t>좋으나</a:t>
            </a:r>
            <a:r>
              <a:rPr sz="2800" spc="-595" dirty="0">
                <a:latin typeface="Verdana"/>
                <a:cs typeface="Verdana"/>
              </a:rPr>
              <a:t>,</a:t>
            </a:r>
            <a:endParaRPr sz="2800" dirty="0">
              <a:latin typeface="Verdana"/>
              <a:cs typeface="Verdana"/>
            </a:endParaRPr>
          </a:p>
          <a:p>
            <a:pPr marL="1243330" marR="201930" indent="53975">
              <a:lnSpc>
                <a:spcPct val="103200"/>
              </a:lnSpc>
            </a:pPr>
            <a:r>
              <a:rPr spc="-575" dirty="0"/>
              <a:t>연락</a:t>
            </a:r>
            <a:r>
              <a:rPr spc="-715" dirty="0"/>
              <a:t> </a:t>
            </a:r>
            <a:r>
              <a:rPr spc="-650" dirty="0"/>
              <a:t>두절</a:t>
            </a:r>
            <a:r>
              <a:rPr spc="-535" dirty="0"/>
              <a:t> </a:t>
            </a:r>
            <a:r>
              <a:rPr spc="-685" dirty="0"/>
              <a:t>상태라면</a:t>
            </a:r>
            <a:r>
              <a:rPr spc="-490" dirty="0"/>
              <a:t> </a:t>
            </a:r>
            <a:r>
              <a:rPr spc="-680" dirty="0"/>
              <a:t>팀원</a:t>
            </a:r>
            <a:r>
              <a:rPr spc="-490" dirty="0"/>
              <a:t> </a:t>
            </a:r>
            <a:r>
              <a:rPr spc="-505" dirty="0"/>
              <a:t>중</a:t>
            </a:r>
            <a:r>
              <a:rPr spc="-660" dirty="0"/>
              <a:t> </a:t>
            </a:r>
            <a:r>
              <a:rPr spc="-475" dirty="0"/>
              <a:t>한</a:t>
            </a:r>
            <a:r>
              <a:rPr spc="-710" dirty="0"/>
              <a:t> </a:t>
            </a:r>
            <a:r>
              <a:rPr spc="-715" dirty="0"/>
              <a:t>분이</a:t>
            </a:r>
            <a:r>
              <a:rPr spc="-409" dirty="0"/>
              <a:t> </a:t>
            </a:r>
            <a:r>
              <a:rPr spc="-620" dirty="0"/>
              <a:t>성함을</a:t>
            </a:r>
            <a:r>
              <a:rPr spc="-660" dirty="0"/>
              <a:t> </a:t>
            </a:r>
            <a:r>
              <a:rPr spc="-670" dirty="0"/>
              <a:t>제보해</a:t>
            </a:r>
            <a:r>
              <a:rPr spc="-495" dirty="0"/>
              <a:t> </a:t>
            </a:r>
            <a:r>
              <a:rPr spc="-700" dirty="0"/>
              <a:t>주시기</a:t>
            </a:r>
            <a:r>
              <a:rPr spc="-420" dirty="0"/>
              <a:t> </a:t>
            </a:r>
            <a:r>
              <a:rPr spc="-615" dirty="0"/>
              <a:t>바랍니다</a:t>
            </a:r>
            <a:r>
              <a:rPr sz="2800" spc="-615" dirty="0">
                <a:latin typeface="Verdana"/>
                <a:cs typeface="Verdana"/>
              </a:rPr>
              <a:t>. </a:t>
            </a:r>
            <a:r>
              <a:rPr spc="-505" dirty="0"/>
              <a:t>그</a:t>
            </a:r>
            <a:r>
              <a:rPr spc="-675" dirty="0"/>
              <a:t> </a:t>
            </a:r>
            <a:r>
              <a:rPr spc="-760" dirty="0"/>
              <a:t>외</a:t>
            </a:r>
            <a:r>
              <a:rPr spc="-405" dirty="0"/>
              <a:t> </a:t>
            </a:r>
            <a:r>
              <a:rPr spc="-630" dirty="0"/>
              <a:t>인원은</a:t>
            </a:r>
            <a:r>
              <a:rPr spc="-660" dirty="0"/>
              <a:t> </a:t>
            </a:r>
            <a:r>
              <a:rPr spc="-570" dirty="0"/>
              <a:t>중단</a:t>
            </a:r>
            <a:r>
              <a:rPr spc="-700" dirty="0"/>
              <a:t> </a:t>
            </a:r>
            <a:r>
              <a:rPr spc="-720" dirty="0"/>
              <a:t>없이</a:t>
            </a:r>
            <a:r>
              <a:rPr spc="-405" dirty="0"/>
              <a:t> </a:t>
            </a:r>
            <a:r>
              <a:rPr spc="-640" dirty="0"/>
              <a:t>프로젝트를</a:t>
            </a:r>
            <a:r>
              <a:rPr spc="-670" dirty="0"/>
              <a:t> </a:t>
            </a:r>
            <a:r>
              <a:rPr spc="-590" dirty="0"/>
              <a:t>계속</a:t>
            </a:r>
            <a:r>
              <a:rPr spc="-665" dirty="0"/>
              <a:t> 진행해</a:t>
            </a:r>
            <a:r>
              <a:rPr spc="-495" dirty="0"/>
              <a:t> </a:t>
            </a:r>
            <a:r>
              <a:rPr spc="-680" dirty="0"/>
              <a:t>주시면</a:t>
            </a:r>
            <a:r>
              <a:rPr spc="-490" dirty="0"/>
              <a:t> </a:t>
            </a:r>
            <a:r>
              <a:rPr spc="-570" dirty="0"/>
              <a:t>되며</a:t>
            </a:r>
            <a:r>
              <a:rPr sz="2800" spc="-570" dirty="0">
                <a:latin typeface="Verdana"/>
                <a:cs typeface="Verdana"/>
              </a:rPr>
              <a:t>, </a:t>
            </a:r>
            <a:r>
              <a:rPr spc="-685" dirty="0"/>
              <a:t>운영진에서</a:t>
            </a:r>
            <a:r>
              <a:rPr spc="-434" dirty="0"/>
              <a:t> </a:t>
            </a:r>
            <a:r>
              <a:rPr spc="-585" dirty="0"/>
              <a:t>최종</a:t>
            </a:r>
            <a:r>
              <a:rPr spc="-655" dirty="0"/>
              <a:t> </a:t>
            </a:r>
            <a:r>
              <a:rPr spc="-570" dirty="0"/>
              <a:t>이탈</a:t>
            </a:r>
            <a:r>
              <a:rPr spc="-700" dirty="0"/>
              <a:t> </a:t>
            </a:r>
            <a:r>
              <a:rPr spc="-620" dirty="0"/>
              <a:t>여부를</a:t>
            </a:r>
            <a:r>
              <a:rPr spc="-670" dirty="0"/>
              <a:t> </a:t>
            </a:r>
            <a:r>
              <a:rPr spc="-610" dirty="0"/>
              <a:t>확인할</a:t>
            </a:r>
            <a:r>
              <a:rPr spc="-710" dirty="0"/>
              <a:t> </a:t>
            </a:r>
            <a:r>
              <a:rPr spc="-615" dirty="0"/>
              <a:t>예정입니다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2448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AA11C-139B-F057-4CDD-8AF156F7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047576-206D-6071-786C-94649E246A94}"/>
              </a:ext>
            </a:extLst>
          </p:cNvPr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CE482AC-3662-574D-9B8C-B1D81A5D8A58}"/>
              </a:ext>
            </a:extLst>
          </p:cNvPr>
          <p:cNvSpPr txBox="1"/>
          <p:nvPr/>
        </p:nvSpPr>
        <p:spPr>
          <a:xfrm>
            <a:off x="6495051" y="305205"/>
            <a:ext cx="529780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0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2000" spc="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250" spc="-385" dirty="0">
                <a:solidFill>
                  <a:srgbClr val="535353"/>
                </a:solidFill>
                <a:latin typeface="Malgun Gothic"/>
                <a:cs typeface="Malgun Gothic"/>
              </a:rPr>
              <a:t>올인원</a:t>
            </a:r>
            <a:r>
              <a:rPr sz="2250" spc="-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spc="-315" dirty="0">
                <a:solidFill>
                  <a:srgbClr val="535353"/>
                </a:solidFill>
                <a:latin typeface="Verdana"/>
                <a:cs typeface="Verdana"/>
              </a:rPr>
              <a:t>2</a:t>
            </a:r>
            <a:r>
              <a:rPr sz="2250" spc="-315" dirty="0">
                <a:solidFill>
                  <a:srgbClr val="535353"/>
                </a:solidFill>
                <a:latin typeface="Malgun Gothic"/>
                <a:cs typeface="Malgun Gothic"/>
              </a:rPr>
              <a:t>기</a:t>
            </a:r>
            <a:r>
              <a:rPr sz="2250" spc="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540" dirty="0">
                <a:solidFill>
                  <a:srgbClr val="535353"/>
                </a:solidFill>
                <a:latin typeface="Malgun Gothic"/>
                <a:cs typeface="Malgun Gothic"/>
              </a:rPr>
              <a:t>입</a:t>
            </a:r>
            <a:r>
              <a:rPr sz="2250" spc="-57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360" dirty="0">
                <a:solidFill>
                  <a:srgbClr val="535353"/>
                </a:solidFill>
                <a:latin typeface="Malgun Gothic"/>
                <a:cs typeface="Malgun Gothic"/>
              </a:rPr>
              <a:t>학연수과정</a:t>
            </a:r>
            <a:r>
              <a:rPr sz="2250" spc="3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535353"/>
                </a:solidFill>
                <a:latin typeface="Verdana"/>
                <a:cs typeface="Verdana"/>
              </a:rPr>
              <a:t>TERM-</a:t>
            </a:r>
            <a:r>
              <a:rPr sz="2000" spc="8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CB56E40A-BD60-7A2C-59A7-5B4B4DC3F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879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30"/>
              </a:spcBef>
            </a:pPr>
            <a:r>
              <a:rPr spc="-4290" dirty="0">
                <a:solidFill>
                  <a:srgbClr val="231F20"/>
                </a:solidFill>
                <a:latin typeface="Verdana"/>
                <a:cs typeface="Verdana"/>
              </a:rPr>
              <a:t>Q</a:t>
            </a:r>
            <a:r>
              <a:rPr sz="5700" spc="-360" dirty="0"/>
              <a:t>Q</a:t>
            </a:r>
            <a:r>
              <a:rPr sz="5700" spc="-4145" dirty="0"/>
              <a:t>N</a:t>
            </a:r>
            <a:r>
              <a:rPr spc="-3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pc="-3754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5700" spc="5" dirty="0"/>
              <a:t>A</a:t>
            </a:r>
            <a:endParaRPr sz="5700">
              <a:latin typeface="Verdana"/>
              <a:cs typeface="Verdana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092F2AF-79FD-C129-F24F-061421540B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3427" y="2541178"/>
            <a:ext cx="123825" cy="123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9E8EBBC2-FF0B-4D95-732C-5AD03555921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3427" y="4027078"/>
            <a:ext cx="123825" cy="12382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DD2CA07B-904E-5EF1-2519-FC8483FF288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3427" y="6008278"/>
            <a:ext cx="123825" cy="12382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EC38EE0-465B-A64E-3958-549B1F5E0A1F}"/>
              </a:ext>
            </a:extLst>
          </p:cNvPr>
          <p:cNvSpPr/>
          <p:nvPr/>
        </p:nvSpPr>
        <p:spPr>
          <a:xfrm>
            <a:off x="3053102" y="69988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D3B41BF-F53A-540B-B3FA-5F077452B012}"/>
              </a:ext>
            </a:extLst>
          </p:cNvPr>
          <p:cNvSpPr/>
          <p:nvPr/>
        </p:nvSpPr>
        <p:spPr>
          <a:xfrm>
            <a:off x="3053102" y="7989478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123825" y="123825"/>
                </a:moveTo>
                <a:lnTo>
                  <a:pt x="0" y="123825"/>
                </a:lnTo>
                <a:lnTo>
                  <a:pt x="0" y="0"/>
                </a:lnTo>
                <a:lnTo>
                  <a:pt x="123825" y="0"/>
                </a:lnTo>
                <a:lnTo>
                  <a:pt x="123825" y="123825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44385BE-44A6-9015-957C-A0742FFF00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210" dirty="0">
                <a:latin typeface="Verdana"/>
                <a:cs typeface="Verdana"/>
              </a:rPr>
              <a:t>Term-</a:t>
            </a:r>
            <a:r>
              <a:rPr sz="2800" spc="-145" dirty="0">
                <a:latin typeface="Verdana"/>
                <a:cs typeface="Verdana"/>
              </a:rPr>
              <a:t>Project</a:t>
            </a:r>
            <a:r>
              <a:rPr spc="-145" dirty="0"/>
              <a:t>와</a:t>
            </a:r>
            <a:r>
              <a:rPr spc="-710" dirty="0"/>
              <a:t> </a:t>
            </a:r>
            <a:r>
              <a:rPr spc="-590" dirty="0"/>
              <a:t>다른</a:t>
            </a:r>
            <a:r>
              <a:rPr spc="-645" dirty="0"/>
              <a:t> </a:t>
            </a:r>
            <a:r>
              <a:rPr spc="-610" dirty="0"/>
              <a:t>미션을</a:t>
            </a:r>
            <a:r>
              <a:rPr spc="-635" dirty="0"/>
              <a:t> </a:t>
            </a:r>
            <a:r>
              <a:rPr spc="-610" dirty="0"/>
              <a:t>병행할</a:t>
            </a:r>
            <a:r>
              <a:rPr spc="-695" dirty="0"/>
              <a:t> </a:t>
            </a:r>
            <a:r>
              <a:rPr spc="-505" dirty="0"/>
              <a:t>수</a:t>
            </a:r>
            <a:r>
              <a:rPr spc="-635" dirty="0"/>
              <a:t> </a:t>
            </a:r>
            <a:r>
              <a:rPr spc="-555" dirty="0"/>
              <a:t>있나요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pc="-605" dirty="0"/>
              <a:t>가능합니다</a:t>
            </a:r>
            <a:r>
              <a:rPr sz="2800" spc="-605" dirty="0">
                <a:latin typeface="Verdana"/>
                <a:cs typeface="Verdana"/>
              </a:rPr>
              <a:t>.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600" dirty="0"/>
              <a:t>교육장</a:t>
            </a:r>
            <a:r>
              <a:rPr spc="-715" dirty="0"/>
              <a:t> </a:t>
            </a:r>
            <a:r>
              <a:rPr spc="-595" dirty="0"/>
              <a:t>사용</a:t>
            </a:r>
            <a:r>
              <a:rPr spc="-650" dirty="0"/>
              <a:t> </a:t>
            </a:r>
            <a:r>
              <a:rPr spc="-600" dirty="0"/>
              <a:t>및</a:t>
            </a:r>
            <a:r>
              <a:rPr spc="-570" dirty="0"/>
              <a:t> </a:t>
            </a:r>
            <a:r>
              <a:rPr spc="-635" dirty="0"/>
              <a:t>동료평가는</a:t>
            </a:r>
            <a:r>
              <a:rPr spc="-660" dirty="0"/>
              <a:t> 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8/21(</a:t>
            </a:r>
            <a:r>
              <a:rPr b="1" spc="-254" dirty="0">
                <a:solidFill>
                  <a:srgbClr val="6D8599"/>
                </a:solidFill>
                <a:latin typeface="Malgun Gothic"/>
                <a:cs typeface="Malgun Gothic"/>
              </a:rPr>
              <a:t>금</a:t>
            </a:r>
            <a:r>
              <a:rPr sz="2800" spc="-254" dirty="0">
                <a:solidFill>
                  <a:srgbClr val="6D8599"/>
                </a:solidFill>
                <a:latin typeface="Arial Black"/>
                <a:cs typeface="Arial Black"/>
              </a:rPr>
              <a:t>)</a:t>
            </a:r>
            <a:r>
              <a:rPr sz="2800" spc="-434" dirty="0">
                <a:solidFill>
                  <a:srgbClr val="6D8599"/>
                </a:solidFill>
                <a:latin typeface="Arial Black"/>
                <a:cs typeface="Arial Black"/>
              </a:rPr>
              <a:t> </a:t>
            </a:r>
            <a:r>
              <a:rPr sz="2800" spc="-335" dirty="0">
                <a:solidFill>
                  <a:srgbClr val="6D8599"/>
                </a:solidFill>
                <a:latin typeface="Arial Black"/>
                <a:cs typeface="Arial Black"/>
              </a:rPr>
              <a:t>24:00</a:t>
            </a:r>
            <a:r>
              <a:rPr spc="-335" dirty="0"/>
              <a:t>까지</a:t>
            </a:r>
            <a:r>
              <a:rPr spc="-415" dirty="0"/>
              <a:t> </a:t>
            </a:r>
            <a:r>
              <a:rPr spc="-615" dirty="0"/>
              <a:t>가능합니다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2800" dirty="0">
              <a:latin typeface="Verdana"/>
              <a:cs typeface="Verdana"/>
            </a:endParaRPr>
          </a:p>
          <a:p>
            <a:pPr marR="1341120" algn="r">
              <a:lnSpc>
                <a:spcPct val="100000"/>
              </a:lnSpc>
            </a:pPr>
            <a:r>
              <a:rPr spc="-670" dirty="0"/>
              <a:t>실제</a:t>
            </a:r>
            <a:r>
              <a:rPr spc="-505" dirty="0"/>
              <a:t> </a:t>
            </a:r>
            <a:r>
              <a:rPr spc="-590" dirty="0"/>
              <a:t>구현</a:t>
            </a:r>
            <a:r>
              <a:rPr sz="2800" spc="-590" dirty="0">
                <a:latin typeface="Verdana"/>
                <a:cs typeface="Verdana"/>
              </a:rPr>
              <a:t>(</a:t>
            </a:r>
            <a:r>
              <a:rPr spc="-590" dirty="0"/>
              <a:t>코딩</a:t>
            </a:r>
            <a:r>
              <a:rPr sz="2800" spc="-590" dirty="0">
                <a:latin typeface="Verdana"/>
                <a:cs typeface="Verdana"/>
              </a:rPr>
              <a:t>)</a:t>
            </a:r>
            <a:r>
              <a:rPr sz="2800" spc="-465" dirty="0">
                <a:latin typeface="Verdana"/>
                <a:cs typeface="Verdana"/>
              </a:rPr>
              <a:t> </a:t>
            </a:r>
            <a:r>
              <a:rPr spc="-720" dirty="0"/>
              <a:t>없이</a:t>
            </a:r>
            <a:r>
              <a:rPr spc="-400" dirty="0"/>
              <a:t> </a:t>
            </a:r>
            <a:r>
              <a:rPr spc="-625" dirty="0"/>
              <a:t>기획안과</a:t>
            </a:r>
            <a:r>
              <a:rPr spc="-720" dirty="0"/>
              <a:t> </a:t>
            </a:r>
            <a:r>
              <a:rPr spc="-635" dirty="0"/>
              <a:t>발표자료만</a:t>
            </a:r>
            <a:r>
              <a:rPr spc="-695" dirty="0"/>
              <a:t> </a:t>
            </a:r>
            <a:r>
              <a:rPr spc="-710" dirty="0"/>
              <a:t>작성</a:t>
            </a:r>
            <a:r>
              <a:rPr spc="-430" dirty="0"/>
              <a:t> </a:t>
            </a:r>
            <a:r>
              <a:rPr spc="-505" dirty="0"/>
              <a:t>후</a:t>
            </a:r>
            <a:r>
              <a:rPr spc="-665" dirty="0"/>
              <a:t> </a:t>
            </a:r>
            <a:r>
              <a:rPr spc="-635" dirty="0"/>
              <a:t>제출해도</a:t>
            </a:r>
            <a:r>
              <a:rPr spc="-665" dirty="0"/>
              <a:t> </a:t>
            </a:r>
            <a:r>
              <a:rPr spc="-550" dirty="0"/>
              <a:t>되나요</a:t>
            </a:r>
            <a:r>
              <a:rPr sz="2800" spc="-550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R="1252855" algn="r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484" dirty="0"/>
              <a:t>네</a:t>
            </a:r>
            <a:r>
              <a:rPr sz="2800" spc="-484" dirty="0">
                <a:latin typeface="Verdana"/>
                <a:cs typeface="Verdana"/>
              </a:rPr>
              <a:t>,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85" dirty="0"/>
              <a:t>맞습니다</a:t>
            </a:r>
            <a:r>
              <a:rPr sz="2800" spc="-585" dirty="0">
                <a:latin typeface="Verdana"/>
                <a:cs typeface="Verdana"/>
              </a:rPr>
              <a:t>!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pc="-505" dirty="0"/>
              <a:t>본</a:t>
            </a:r>
            <a:r>
              <a:rPr spc="-650" dirty="0"/>
              <a:t> </a:t>
            </a:r>
            <a:r>
              <a:rPr spc="-655" dirty="0"/>
              <a:t>아이디어톤은</a:t>
            </a:r>
            <a:r>
              <a:rPr spc="-650" dirty="0"/>
              <a:t> </a:t>
            </a:r>
            <a:r>
              <a:rPr b="1" spc="-625" dirty="0">
                <a:solidFill>
                  <a:srgbClr val="6D8599"/>
                </a:solidFill>
                <a:latin typeface="Malgun Gothic"/>
                <a:cs typeface="Malgun Gothic"/>
              </a:rPr>
              <a:t>기획안과</a:t>
            </a:r>
            <a:r>
              <a:rPr b="1" spc="-770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30" dirty="0">
                <a:solidFill>
                  <a:srgbClr val="6D8599"/>
                </a:solidFill>
                <a:latin typeface="Malgun Gothic"/>
                <a:cs typeface="Malgun Gothic"/>
              </a:rPr>
              <a:t>발표자료만</a:t>
            </a:r>
            <a:r>
              <a:rPr b="1" spc="-755" dirty="0">
                <a:solidFill>
                  <a:srgbClr val="6D8599"/>
                </a:solidFill>
                <a:latin typeface="Malgun Gothic"/>
                <a:cs typeface="Malgun Gothic"/>
              </a:rPr>
              <a:t> </a:t>
            </a:r>
            <a:r>
              <a:rPr b="1" spc="-615" dirty="0">
                <a:solidFill>
                  <a:srgbClr val="6D8599"/>
                </a:solidFill>
                <a:latin typeface="Malgun Gothic"/>
                <a:cs typeface="Malgun Gothic"/>
              </a:rPr>
              <a:t>필수</a:t>
            </a:r>
            <a:r>
              <a:rPr spc="-615" dirty="0"/>
              <a:t>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693420">
              <a:lnSpc>
                <a:spcPct val="100000"/>
              </a:lnSpc>
              <a:spcBef>
                <a:spcPts val="120"/>
              </a:spcBef>
            </a:pPr>
            <a:r>
              <a:rPr spc="-635" dirty="0"/>
              <a:t>구현은</a:t>
            </a:r>
            <a:r>
              <a:rPr spc="-650" dirty="0"/>
              <a:t> </a:t>
            </a:r>
            <a:r>
              <a:rPr spc="-635" dirty="0"/>
              <a:t>선택사항입니다</a:t>
            </a:r>
            <a:r>
              <a:rPr sz="2800" spc="-63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-680" dirty="0"/>
              <a:t>팀원</a:t>
            </a:r>
            <a:r>
              <a:rPr spc="-500" dirty="0"/>
              <a:t> </a:t>
            </a:r>
            <a:r>
              <a:rPr spc="-505" dirty="0"/>
              <a:t>중</a:t>
            </a:r>
            <a:r>
              <a:rPr spc="-655" dirty="0"/>
              <a:t> </a:t>
            </a:r>
            <a:r>
              <a:rPr spc="-700" dirty="0"/>
              <a:t>연락이</a:t>
            </a:r>
            <a:r>
              <a:rPr spc="-409" dirty="0"/>
              <a:t> </a:t>
            </a:r>
            <a:r>
              <a:rPr spc="-715" dirty="0"/>
              <a:t>되지</a:t>
            </a:r>
            <a:r>
              <a:rPr spc="-415" dirty="0"/>
              <a:t> </a:t>
            </a:r>
            <a:r>
              <a:rPr spc="-585" dirty="0"/>
              <a:t>않거나</a:t>
            </a:r>
            <a:r>
              <a:rPr sz="2800" spc="-585" dirty="0">
                <a:latin typeface="Verdana"/>
                <a:cs typeface="Verdana"/>
              </a:rPr>
              <a:t>,</a:t>
            </a:r>
            <a:r>
              <a:rPr sz="2800" spc="-470" dirty="0">
                <a:latin typeface="Verdana"/>
                <a:cs typeface="Verdana"/>
              </a:rPr>
              <a:t> </a:t>
            </a:r>
            <a:r>
              <a:rPr spc="-635" dirty="0"/>
              <a:t>불참하는</a:t>
            </a:r>
            <a:r>
              <a:rPr spc="-660" dirty="0"/>
              <a:t> </a:t>
            </a:r>
            <a:r>
              <a:rPr spc="-615" dirty="0"/>
              <a:t>경우는</a:t>
            </a:r>
            <a:r>
              <a:rPr spc="-660" dirty="0"/>
              <a:t> </a:t>
            </a:r>
            <a:r>
              <a:rPr spc="-670" dirty="0"/>
              <a:t>어떻게</a:t>
            </a:r>
            <a:r>
              <a:rPr spc="-500" dirty="0"/>
              <a:t> </a:t>
            </a:r>
            <a:r>
              <a:rPr spc="-555" dirty="0"/>
              <a:t>하나요</a:t>
            </a:r>
            <a:r>
              <a:rPr sz="2800" spc="-555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311150">
              <a:lnSpc>
                <a:spcPct val="100000"/>
              </a:lnSpc>
              <a:spcBef>
                <a:spcPts val="120"/>
              </a:spcBef>
            </a:pPr>
            <a:r>
              <a:rPr sz="2800" spc="-254" dirty="0">
                <a:latin typeface="Verdana"/>
                <a:cs typeface="Verdana"/>
              </a:rPr>
              <a:t>a.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pc="-760" dirty="0"/>
              <a:t>팀</a:t>
            </a:r>
            <a:r>
              <a:rPr spc="-395" dirty="0"/>
              <a:t> </a:t>
            </a:r>
            <a:r>
              <a:rPr spc="-695" dirty="0"/>
              <a:t>내</a:t>
            </a:r>
            <a:r>
              <a:rPr spc="-484" dirty="0"/>
              <a:t> </a:t>
            </a:r>
            <a:r>
              <a:rPr spc="-620" dirty="0"/>
              <a:t>이탈자가</a:t>
            </a:r>
            <a:r>
              <a:rPr spc="-720" dirty="0"/>
              <a:t> </a:t>
            </a:r>
            <a:r>
              <a:rPr spc="-680" dirty="0"/>
              <a:t>생겼다면</a:t>
            </a:r>
            <a:r>
              <a:rPr spc="-484" dirty="0"/>
              <a:t> </a:t>
            </a:r>
            <a:r>
              <a:rPr sz="2800" spc="-325" dirty="0">
                <a:solidFill>
                  <a:srgbClr val="6D8599"/>
                </a:solidFill>
                <a:latin typeface="Arial Black"/>
                <a:cs typeface="Arial Black"/>
              </a:rPr>
              <a:t>@Codyssey_</a:t>
            </a:r>
            <a:r>
              <a:rPr b="1" spc="-325" dirty="0">
                <a:solidFill>
                  <a:srgbClr val="6D8599"/>
                </a:solidFill>
                <a:latin typeface="Malgun Gothic"/>
                <a:cs typeface="Malgun Gothic"/>
              </a:rPr>
              <a:t>수달</a:t>
            </a:r>
            <a:r>
              <a:rPr spc="-325" dirty="0"/>
              <a:t>에게</a:t>
            </a:r>
            <a:r>
              <a:rPr spc="-495" dirty="0"/>
              <a:t> </a:t>
            </a:r>
            <a:r>
              <a:rPr spc="-620" dirty="0"/>
              <a:t>알려주세요</a:t>
            </a:r>
            <a:r>
              <a:rPr sz="2800" spc="-620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1297940">
              <a:lnSpc>
                <a:spcPct val="100000"/>
              </a:lnSpc>
              <a:spcBef>
                <a:spcPts val="120"/>
              </a:spcBef>
            </a:pPr>
            <a:r>
              <a:rPr spc="-595" dirty="0"/>
              <a:t>이탈자</a:t>
            </a:r>
            <a:r>
              <a:rPr spc="-750" dirty="0"/>
              <a:t> </a:t>
            </a:r>
            <a:r>
              <a:rPr spc="-695" dirty="0"/>
              <a:t>본인이</a:t>
            </a:r>
            <a:r>
              <a:rPr spc="-405" dirty="0"/>
              <a:t> </a:t>
            </a:r>
            <a:r>
              <a:rPr spc="-720" dirty="0"/>
              <a:t>직접</a:t>
            </a:r>
            <a:r>
              <a:rPr spc="-430" dirty="0"/>
              <a:t> </a:t>
            </a:r>
            <a:r>
              <a:rPr spc="-635" dirty="0"/>
              <a:t>연락하는</a:t>
            </a:r>
            <a:r>
              <a:rPr spc="-660" dirty="0"/>
              <a:t> </a:t>
            </a:r>
            <a:r>
              <a:rPr spc="-720" dirty="0"/>
              <a:t>것이</a:t>
            </a:r>
            <a:r>
              <a:rPr spc="-409" dirty="0"/>
              <a:t> </a:t>
            </a:r>
            <a:r>
              <a:rPr spc="-570" dirty="0"/>
              <a:t>가장</a:t>
            </a:r>
            <a:r>
              <a:rPr spc="-715" dirty="0"/>
              <a:t> </a:t>
            </a:r>
            <a:r>
              <a:rPr spc="-595" dirty="0"/>
              <a:t>좋으나</a:t>
            </a:r>
            <a:r>
              <a:rPr sz="2800" spc="-595" dirty="0">
                <a:latin typeface="Verdana"/>
                <a:cs typeface="Verdana"/>
              </a:rPr>
              <a:t>,</a:t>
            </a:r>
            <a:endParaRPr sz="2800" dirty="0">
              <a:latin typeface="Verdana"/>
              <a:cs typeface="Verdana"/>
            </a:endParaRPr>
          </a:p>
          <a:p>
            <a:pPr marL="1243330" marR="201930" indent="53975">
              <a:lnSpc>
                <a:spcPct val="103200"/>
              </a:lnSpc>
            </a:pPr>
            <a:r>
              <a:rPr spc="-575" dirty="0"/>
              <a:t>연락</a:t>
            </a:r>
            <a:r>
              <a:rPr spc="-715" dirty="0"/>
              <a:t> </a:t>
            </a:r>
            <a:r>
              <a:rPr spc="-650" dirty="0"/>
              <a:t>두절</a:t>
            </a:r>
            <a:r>
              <a:rPr spc="-535" dirty="0"/>
              <a:t> </a:t>
            </a:r>
            <a:r>
              <a:rPr spc="-685" dirty="0"/>
              <a:t>상태라면</a:t>
            </a:r>
            <a:r>
              <a:rPr spc="-490" dirty="0"/>
              <a:t> </a:t>
            </a:r>
            <a:r>
              <a:rPr spc="-680" dirty="0"/>
              <a:t>팀원</a:t>
            </a:r>
            <a:r>
              <a:rPr spc="-490" dirty="0"/>
              <a:t> </a:t>
            </a:r>
            <a:r>
              <a:rPr spc="-505" dirty="0"/>
              <a:t>중</a:t>
            </a:r>
            <a:r>
              <a:rPr spc="-660" dirty="0"/>
              <a:t> </a:t>
            </a:r>
            <a:r>
              <a:rPr spc="-475" dirty="0"/>
              <a:t>한</a:t>
            </a:r>
            <a:r>
              <a:rPr spc="-710" dirty="0"/>
              <a:t> </a:t>
            </a:r>
            <a:r>
              <a:rPr spc="-715" dirty="0"/>
              <a:t>분이</a:t>
            </a:r>
            <a:r>
              <a:rPr spc="-409" dirty="0"/>
              <a:t> </a:t>
            </a:r>
            <a:r>
              <a:rPr spc="-620" dirty="0"/>
              <a:t>성함을</a:t>
            </a:r>
            <a:r>
              <a:rPr spc="-660" dirty="0"/>
              <a:t> </a:t>
            </a:r>
            <a:r>
              <a:rPr spc="-670" dirty="0"/>
              <a:t>제보해</a:t>
            </a:r>
            <a:r>
              <a:rPr spc="-495" dirty="0"/>
              <a:t> </a:t>
            </a:r>
            <a:r>
              <a:rPr spc="-700" dirty="0"/>
              <a:t>주시기</a:t>
            </a:r>
            <a:r>
              <a:rPr spc="-420" dirty="0"/>
              <a:t> </a:t>
            </a:r>
            <a:r>
              <a:rPr spc="-615" dirty="0"/>
              <a:t>바랍니다</a:t>
            </a:r>
            <a:r>
              <a:rPr sz="2800" spc="-615" dirty="0">
                <a:latin typeface="Verdana"/>
                <a:cs typeface="Verdana"/>
              </a:rPr>
              <a:t>. </a:t>
            </a:r>
            <a:r>
              <a:rPr spc="-505" dirty="0"/>
              <a:t>그</a:t>
            </a:r>
            <a:r>
              <a:rPr spc="-675" dirty="0"/>
              <a:t> </a:t>
            </a:r>
            <a:r>
              <a:rPr spc="-760" dirty="0"/>
              <a:t>외</a:t>
            </a:r>
            <a:r>
              <a:rPr spc="-405" dirty="0"/>
              <a:t> </a:t>
            </a:r>
            <a:r>
              <a:rPr spc="-630" dirty="0"/>
              <a:t>인원은</a:t>
            </a:r>
            <a:r>
              <a:rPr spc="-660" dirty="0"/>
              <a:t> </a:t>
            </a:r>
            <a:r>
              <a:rPr spc="-570" dirty="0"/>
              <a:t>중단</a:t>
            </a:r>
            <a:r>
              <a:rPr spc="-700" dirty="0"/>
              <a:t> </a:t>
            </a:r>
            <a:r>
              <a:rPr spc="-720" dirty="0"/>
              <a:t>없이</a:t>
            </a:r>
            <a:r>
              <a:rPr spc="-405" dirty="0"/>
              <a:t> </a:t>
            </a:r>
            <a:r>
              <a:rPr spc="-640" dirty="0"/>
              <a:t>프로젝트를</a:t>
            </a:r>
            <a:r>
              <a:rPr spc="-670" dirty="0"/>
              <a:t> </a:t>
            </a:r>
            <a:r>
              <a:rPr spc="-590" dirty="0"/>
              <a:t>계속</a:t>
            </a:r>
            <a:r>
              <a:rPr spc="-665" dirty="0"/>
              <a:t> 진행해</a:t>
            </a:r>
            <a:r>
              <a:rPr spc="-495" dirty="0"/>
              <a:t> </a:t>
            </a:r>
            <a:r>
              <a:rPr spc="-680" dirty="0"/>
              <a:t>주시면</a:t>
            </a:r>
            <a:r>
              <a:rPr spc="-490" dirty="0"/>
              <a:t> </a:t>
            </a:r>
            <a:r>
              <a:rPr spc="-570" dirty="0"/>
              <a:t>되며</a:t>
            </a:r>
            <a:r>
              <a:rPr sz="2800" spc="-570" dirty="0">
                <a:latin typeface="Verdana"/>
                <a:cs typeface="Verdana"/>
              </a:rPr>
              <a:t>, </a:t>
            </a:r>
            <a:r>
              <a:rPr spc="-685" dirty="0"/>
              <a:t>운영진에서</a:t>
            </a:r>
            <a:r>
              <a:rPr spc="-434" dirty="0"/>
              <a:t> </a:t>
            </a:r>
            <a:r>
              <a:rPr spc="-585" dirty="0"/>
              <a:t>최종</a:t>
            </a:r>
            <a:r>
              <a:rPr spc="-655" dirty="0"/>
              <a:t> </a:t>
            </a:r>
            <a:r>
              <a:rPr spc="-570" dirty="0"/>
              <a:t>이탈</a:t>
            </a:r>
            <a:r>
              <a:rPr spc="-700" dirty="0"/>
              <a:t> </a:t>
            </a:r>
            <a:r>
              <a:rPr spc="-620" dirty="0"/>
              <a:t>여부를</a:t>
            </a:r>
            <a:r>
              <a:rPr spc="-670" dirty="0"/>
              <a:t> </a:t>
            </a:r>
            <a:r>
              <a:rPr spc="-610" dirty="0"/>
              <a:t>확인할</a:t>
            </a:r>
            <a:r>
              <a:rPr spc="-710" dirty="0"/>
              <a:t> </a:t>
            </a:r>
            <a:r>
              <a:rPr spc="-615" dirty="0"/>
              <a:t>예정입니다</a:t>
            </a:r>
            <a:r>
              <a:rPr sz="2800" spc="-61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43828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노랑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1097</Words>
  <Application>Microsoft Office PowerPoint</Application>
  <PresentationFormat>사용자 지정</PresentationFormat>
  <Paragraphs>143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Malgun Gothic</vt:lpstr>
      <vt:lpstr>Malgun Gothic</vt:lpstr>
      <vt:lpstr>Arial</vt:lpstr>
      <vt:lpstr>Arial Black</vt:lpstr>
      <vt:lpstr>Segoe UI Symbol</vt:lpstr>
      <vt:lpstr>Verdana</vt:lpstr>
      <vt:lpstr>Office Theme</vt:lpstr>
      <vt:lpstr>객체 인식과 추론을 활용한 자율 충전  </vt:lpstr>
      <vt:lpstr>77개개 도도메메인인 아아이이디디어어톤톤</vt:lpstr>
      <vt:lpstr>제제출출 자자료료</vt:lpstr>
      <vt:lpstr>기획서 내 포함 필요</vt:lpstr>
      <vt:lpstr>QQNNAA</vt:lpstr>
      <vt:lpstr>QQNNAA</vt:lpstr>
      <vt:lpstr>QQNNAA</vt:lpstr>
      <vt:lpstr>QQNNAA</vt:lpstr>
      <vt:lpstr>QQNNAA</vt:lpstr>
      <vt:lpstr>QQNNAA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개요 및 핵심 내용</dc:title>
  <dc:creator>inyang</dc:creator>
  <cp:keywords>DAHG5GM7H0E,BAG9r41BJc4</cp:keywords>
  <cp:lastModifiedBy>상화 나</cp:lastModifiedBy>
  <cp:revision>5</cp:revision>
  <dcterms:created xsi:type="dcterms:W3CDTF">2026-08-15T19:09:32Z</dcterms:created>
  <dcterms:modified xsi:type="dcterms:W3CDTF">2026-08-15T19:46:12Z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2026-08-11T00:00:00Z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2026-08-15T00:00:00Z</vt:filetime>
  </property>
  <property fmtid="{D5CDD505-2E9C-101B-9397-08002B2CF9AE}" pid="6" name="Producer">
    <vt:lpwstr>3-Heights(TM) PDF Security Shell 4.8.25.2 (http://www.pdf-tools.com)</vt:lpwstr>
  </property>
  <property fmtid="{D5CDD505-2E9C-101B-9397-08002B2CF9AE}" pid="7" name="containsAiGeneratedContent">
    <vt:lpwstr>Yes</vt:lpwstr>
  </property>
</Properties>
</file>